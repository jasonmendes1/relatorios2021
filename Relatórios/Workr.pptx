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732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260" r:id="rId7"/>
    <p:sldId id="267" r:id="rId8"/>
    <p:sldId id="272" r:id="rId9"/>
    <p:sldId id="269" r:id="rId10"/>
    <p:sldId id="270" r:id="rId11"/>
    <p:sldId id="271" r:id="rId12"/>
    <p:sldId id="25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6706"/>
    <a:srgbClr val="04291F"/>
    <a:srgbClr val="D2EB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299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F866C9-4A03-4AD4-8E51-2BAE1EB6D17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 rtlCol="0"/>
        <a:lstStyle/>
        <a:p>
          <a:pPr rtl="0"/>
          <a:endParaRPr lang="en-US"/>
        </a:p>
      </dgm:t>
    </dgm:pt>
    <dgm:pt modelId="{BEC2E38C-B9EA-4AC4-87C3-18C259F9401A}">
      <dgm:prSet custT="1"/>
      <dgm:spPr/>
      <dgm:t>
        <a:bodyPr rtlCol="0"/>
        <a:lstStyle/>
        <a:p>
          <a:pPr>
            <a:lnSpc>
              <a:spcPct val="100000"/>
            </a:lnSpc>
          </a:pPr>
          <a:r>
            <a:rPr lang="pt-PT" sz="1800" noProof="0" dirty="0">
              <a:solidFill>
                <a:schemeClr val="bg1"/>
              </a:solidFill>
              <a:latin typeface="Biome Light" panose="020B0303030204020804" pitchFamily="34" charset="0"/>
              <a:cs typeface="Biome Light" panose="020B0303030204020804" pitchFamily="34" charset="0"/>
            </a:rPr>
            <a:t>Objetivo do projeto</a:t>
          </a:r>
        </a:p>
      </dgm:t>
    </dgm:pt>
    <dgm:pt modelId="{56633E21-2D4F-4D35-A163-AA05ACDE458F}" type="parTrans" cxnId="{34B04A36-AFEA-4CD1-A11B-8FBE8A73338B}">
      <dgm:prSet/>
      <dgm:spPr/>
      <dgm:t>
        <a:bodyPr rtlCol="0"/>
        <a:lstStyle/>
        <a:p>
          <a:pPr rtl="0"/>
          <a:endParaRPr lang="pt-PT" sz="1800" noProof="0" dirty="0"/>
        </a:p>
      </dgm:t>
    </dgm:pt>
    <dgm:pt modelId="{257D8D46-D708-441A-9A94-08C16FB98397}" type="sibTrans" cxnId="{34B04A36-AFEA-4CD1-A11B-8FBE8A73338B}">
      <dgm:prSet/>
      <dgm:spPr/>
      <dgm:t>
        <a:bodyPr rtlCol="0"/>
        <a:lstStyle/>
        <a:p>
          <a:pPr rtl="0"/>
          <a:endParaRPr lang="pt-PT" sz="1800" noProof="0" dirty="0"/>
        </a:p>
      </dgm:t>
    </dgm:pt>
    <dgm:pt modelId="{6C7ABDD8-2116-4572-BFF1-942DE135219B}">
      <dgm:prSet custT="1"/>
      <dgm:spPr/>
      <dgm:t>
        <a:bodyPr rtlCol="0"/>
        <a:lstStyle/>
        <a:p>
          <a:pPr>
            <a:lnSpc>
              <a:spcPct val="100000"/>
            </a:lnSpc>
          </a:pPr>
          <a:r>
            <a:rPr lang="pt-PT" sz="1800" noProof="0" dirty="0">
              <a:solidFill>
                <a:schemeClr val="bg1"/>
              </a:solidFill>
              <a:latin typeface="Biome Light" panose="020B0303030204020804" pitchFamily="34" charset="0"/>
              <a:cs typeface="Biome Light" panose="020B0303030204020804" pitchFamily="34" charset="0"/>
            </a:rPr>
            <a:t>Funcionalidade de API</a:t>
          </a:r>
        </a:p>
      </dgm:t>
    </dgm:pt>
    <dgm:pt modelId="{616469A4-BE2A-4C29-8A52-AB6BAF651012}" type="parTrans" cxnId="{0675954C-3CB5-402E-8880-DDA68CDDB758}">
      <dgm:prSet/>
      <dgm:spPr/>
      <dgm:t>
        <a:bodyPr rtlCol="0"/>
        <a:lstStyle/>
        <a:p>
          <a:pPr rtl="0"/>
          <a:endParaRPr lang="pt-PT" sz="1800" noProof="0" dirty="0"/>
        </a:p>
      </dgm:t>
    </dgm:pt>
    <dgm:pt modelId="{59BC6248-0FAC-49D0-8357-FB965100BBEE}" type="sibTrans" cxnId="{0675954C-3CB5-402E-8880-DDA68CDDB758}">
      <dgm:prSet/>
      <dgm:spPr/>
      <dgm:t>
        <a:bodyPr rtlCol="0"/>
        <a:lstStyle/>
        <a:p>
          <a:pPr rtl="0"/>
          <a:endParaRPr lang="pt-PT" sz="1800" noProof="0" dirty="0"/>
        </a:p>
      </dgm:t>
    </dgm:pt>
    <dgm:pt modelId="{44509D9E-58EE-4039-82A1-2A79116ACC93}">
      <dgm:prSet custT="1"/>
      <dgm:spPr/>
      <dgm:t>
        <a:bodyPr rtlCol="0"/>
        <a:lstStyle/>
        <a:p>
          <a:pPr>
            <a:lnSpc>
              <a:spcPct val="100000"/>
            </a:lnSpc>
          </a:pPr>
          <a:r>
            <a:rPr lang="pt-PT" sz="1800" noProof="0" dirty="0">
              <a:solidFill>
                <a:schemeClr val="bg1"/>
              </a:solidFill>
              <a:latin typeface="Biome Light" panose="020B0303030204020804" pitchFamily="34" charset="0"/>
              <a:cs typeface="Biome Light" panose="020B0303030204020804" pitchFamily="34" charset="0"/>
            </a:rPr>
            <a:t>Funcionalidade de Web</a:t>
          </a:r>
        </a:p>
      </dgm:t>
    </dgm:pt>
    <dgm:pt modelId="{5C426BE0-998E-4D28-8838-1C847BD83830}" type="parTrans" cxnId="{E0D91B55-A7CF-4FF4-B08D-DBE20AF8C2FE}">
      <dgm:prSet/>
      <dgm:spPr/>
      <dgm:t>
        <a:bodyPr rtlCol="0"/>
        <a:lstStyle/>
        <a:p>
          <a:pPr rtl="0"/>
          <a:endParaRPr lang="pt-PT" sz="1800" noProof="0" dirty="0"/>
        </a:p>
      </dgm:t>
    </dgm:pt>
    <dgm:pt modelId="{35B7AB1F-21FF-4FAC-BC26-4D944FC0050D}" type="sibTrans" cxnId="{E0D91B55-A7CF-4FF4-B08D-DBE20AF8C2FE}">
      <dgm:prSet/>
      <dgm:spPr/>
      <dgm:t>
        <a:bodyPr rtlCol="0"/>
        <a:lstStyle/>
        <a:p>
          <a:pPr rtl="0"/>
          <a:endParaRPr lang="pt-PT" sz="1800" noProof="0" dirty="0"/>
        </a:p>
      </dgm:t>
    </dgm:pt>
    <dgm:pt modelId="{2BFAAF3E-76B0-4233-B69F-B8E02621AE23}">
      <dgm:prSet custT="1"/>
      <dgm:spPr/>
      <dgm:t>
        <a:bodyPr rtlCol="0"/>
        <a:lstStyle/>
        <a:p>
          <a:pPr>
            <a:lnSpc>
              <a:spcPct val="100000"/>
            </a:lnSpc>
          </a:pPr>
          <a:r>
            <a:rPr lang="pt-PT" sz="1800" noProof="0" dirty="0">
              <a:solidFill>
                <a:schemeClr val="bg1"/>
              </a:solidFill>
              <a:latin typeface="Biome Light" panose="020B0303030204020804" pitchFamily="34" charset="0"/>
              <a:cs typeface="Biome Light" panose="020B0303030204020804" pitchFamily="34" charset="0"/>
            </a:rPr>
            <a:t>Funcionalidade de Android</a:t>
          </a:r>
        </a:p>
      </dgm:t>
    </dgm:pt>
    <dgm:pt modelId="{A8CA8212-934A-4242-90E0-B94307088DA9}" type="parTrans" cxnId="{4F802079-8974-4A7D-B8FD-3B35460CBDA0}">
      <dgm:prSet/>
      <dgm:spPr/>
      <dgm:t>
        <a:bodyPr/>
        <a:lstStyle/>
        <a:p>
          <a:endParaRPr lang="en-GB"/>
        </a:p>
      </dgm:t>
    </dgm:pt>
    <dgm:pt modelId="{1034F92A-EC10-43EE-8BC1-6F31D70616E5}" type="sibTrans" cxnId="{4F802079-8974-4A7D-B8FD-3B35460CBDA0}">
      <dgm:prSet/>
      <dgm:spPr/>
      <dgm:t>
        <a:bodyPr/>
        <a:lstStyle/>
        <a:p>
          <a:endParaRPr lang="en-GB"/>
        </a:p>
      </dgm:t>
    </dgm:pt>
    <dgm:pt modelId="{0EAC4F10-DFCA-49E5-B53F-DCE57AA79482}" type="pres">
      <dgm:prSet presAssocID="{1AF866C9-4A03-4AD4-8E51-2BAE1EB6D173}" presName="root" presStyleCnt="0">
        <dgm:presLayoutVars>
          <dgm:dir/>
          <dgm:resizeHandles val="exact"/>
        </dgm:presLayoutVars>
      </dgm:prSet>
      <dgm:spPr/>
    </dgm:pt>
    <dgm:pt modelId="{7BA6EBDC-6B27-46C2-908F-4D8389484E83}" type="pres">
      <dgm:prSet presAssocID="{BEC2E38C-B9EA-4AC4-87C3-18C259F9401A}" presName="compNode" presStyleCnt="0"/>
      <dgm:spPr/>
    </dgm:pt>
    <dgm:pt modelId="{3287DB4F-EFBD-4B8A-8D27-F2274199BEB2}" type="pres">
      <dgm:prSet presAssocID="{BEC2E38C-B9EA-4AC4-87C3-18C259F9401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ítica de cliente"/>
        </a:ext>
      </dgm:extLst>
    </dgm:pt>
    <dgm:pt modelId="{03CD979D-4157-4D5B-A373-E5EB569645BA}" type="pres">
      <dgm:prSet presAssocID="{BEC2E38C-B9EA-4AC4-87C3-18C259F9401A}" presName="spaceRect" presStyleCnt="0"/>
      <dgm:spPr/>
    </dgm:pt>
    <dgm:pt modelId="{89D9DADF-FC32-495F-A9EC-B371091326B3}" type="pres">
      <dgm:prSet presAssocID="{BEC2E38C-B9EA-4AC4-87C3-18C259F9401A}" presName="textRect" presStyleLbl="revTx" presStyleIdx="0" presStyleCnt="4">
        <dgm:presLayoutVars>
          <dgm:chMax val="1"/>
          <dgm:chPref val="1"/>
        </dgm:presLayoutVars>
      </dgm:prSet>
      <dgm:spPr/>
    </dgm:pt>
    <dgm:pt modelId="{BB9B7464-FB27-4723-A8C9-04D407BB5DAB}" type="pres">
      <dgm:prSet presAssocID="{257D8D46-D708-441A-9A94-08C16FB98397}" presName="sibTrans" presStyleCnt="0"/>
      <dgm:spPr/>
    </dgm:pt>
    <dgm:pt modelId="{C719D05C-E455-4A5F-85B0-F6AB4F87393B}" type="pres">
      <dgm:prSet presAssocID="{6C7ABDD8-2116-4572-BFF1-942DE135219B}" presName="compNode" presStyleCnt="0"/>
      <dgm:spPr/>
    </dgm:pt>
    <dgm:pt modelId="{9874DAD2-58CC-450A-8A6D-7F6BAE7D2FEB}" type="pres">
      <dgm:prSet presAssocID="{6C7ABDD8-2116-4572-BFF1-942DE135219B}" presName="iconRect" presStyleLbl="node1" presStyleIdx="1" presStyleCnt="4" custLinFactNeighborX="-1495" custLinFactNeighborY="103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áfico de decisões"/>
        </a:ext>
      </dgm:extLst>
    </dgm:pt>
    <dgm:pt modelId="{303F8FF3-FA0A-43CB-8A7C-AC187FAC57C0}" type="pres">
      <dgm:prSet presAssocID="{6C7ABDD8-2116-4572-BFF1-942DE135219B}" presName="spaceRect" presStyleCnt="0"/>
      <dgm:spPr/>
    </dgm:pt>
    <dgm:pt modelId="{6A45877E-5CF0-4627-AE52-CE03662F0641}" type="pres">
      <dgm:prSet presAssocID="{6C7ABDD8-2116-4572-BFF1-942DE135219B}" presName="textRect" presStyleLbl="revTx" presStyleIdx="1" presStyleCnt="4" custScaleX="144026">
        <dgm:presLayoutVars>
          <dgm:chMax val="1"/>
          <dgm:chPref val="1"/>
        </dgm:presLayoutVars>
      </dgm:prSet>
      <dgm:spPr/>
    </dgm:pt>
    <dgm:pt modelId="{4ED05788-9567-4C19-8D20-897E040F7F5F}" type="pres">
      <dgm:prSet presAssocID="{59BC6248-0FAC-49D0-8357-FB965100BBEE}" presName="sibTrans" presStyleCnt="0"/>
      <dgm:spPr/>
    </dgm:pt>
    <dgm:pt modelId="{EA609E9F-177B-49AE-9274-FDDB423E76A9}" type="pres">
      <dgm:prSet presAssocID="{44509D9E-58EE-4039-82A1-2A79116ACC93}" presName="compNode" presStyleCnt="0"/>
      <dgm:spPr/>
    </dgm:pt>
    <dgm:pt modelId="{F5AD63AF-3384-4117-AC6D-2E2A51ABCB1E}" type="pres">
      <dgm:prSet presAssocID="{44509D9E-58EE-4039-82A1-2A79116ACC9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ternet"/>
        </a:ext>
      </dgm:extLst>
    </dgm:pt>
    <dgm:pt modelId="{3CB3DF17-FC9B-4540-881B-B38805F31AC4}" type="pres">
      <dgm:prSet presAssocID="{44509D9E-58EE-4039-82A1-2A79116ACC93}" presName="spaceRect" presStyleCnt="0"/>
      <dgm:spPr/>
    </dgm:pt>
    <dgm:pt modelId="{CF0F5456-4904-405D-83C1-AB19650C0054}" type="pres">
      <dgm:prSet presAssocID="{44509D9E-58EE-4039-82A1-2A79116ACC93}" presName="textRect" presStyleLbl="revTx" presStyleIdx="2" presStyleCnt="4" custScaleX="150878">
        <dgm:presLayoutVars>
          <dgm:chMax val="1"/>
          <dgm:chPref val="1"/>
        </dgm:presLayoutVars>
      </dgm:prSet>
      <dgm:spPr/>
    </dgm:pt>
    <dgm:pt modelId="{937D7B4D-2962-47E7-B630-E96365937D4F}" type="pres">
      <dgm:prSet presAssocID="{35B7AB1F-21FF-4FAC-BC26-4D944FC0050D}" presName="sibTrans" presStyleCnt="0"/>
      <dgm:spPr/>
    </dgm:pt>
    <dgm:pt modelId="{75654923-4A31-42A3-A68B-67B0ADC68ED7}" type="pres">
      <dgm:prSet presAssocID="{2BFAAF3E-76B0-4233-B69F-B8E02621AE23}" presName="compNode" presStyleCnt="0"/>
      <dgm:spPr/>
    </dgm:pt>
    <dgm:pt modelId="{068296E3-EE3F-4AF8-A46D-01E122E95CC6}" type="pres">
      <dgm:prSet presAssocID="{2BFAAF3E-76B0-4233-B69F-B8E02621AE2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artphone"/>
        </a:ext>
      </dgm:extLst>
    </dgm:pt>
    <dgm:pt modelId="{4B1A0252-0D73-4BDA-97B3-3A969C5BC793}" type="pres">
      <dgm:prSet presAssocID="{2BFAAF3E-76B0-4233-B69F-B8E02621AE23}" presName="spaceRect" presStyleCnt="0"/>
      <dgm:spPr/>
    </dgm:pt>
    <dgm:pt modelId="{CC0972C5-BF8F-41E3-89B4-66B3ED69061D}" type="pres">
      <dgm:prSet presAssocID="{2BFAAF3E-76B0-4233-B69F-B8E02621AE2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3B60205-581D-4858-A98B-E9BB9B534B42}" type="presOf" srcId="{2BFAAF3E-76B0-4233-B69F-B8E02621AE23}" destId="{CC0972C5-BF8F-41E3-89B4-66B3ED69061D}" srcOrd="0" destOrd="0" presId="urn:microsoft.com/office/officeart/2018/2/layout/IconLabelList"/>
    <dgm:cxn modelId="{34B04A36-AFEA-4CD1-A11B-8FBE8A73338B}" srcId="{1AF866C9-4A03-4AD4-8E51-2BAE1EB6D173}" destId="{BEC2E38C-B9EA-4AC4-87C3-18C259F9401A}" srcOrd="0" destOrd="0" parTransId="{56633E21-2D4F-4D35-A163-AA05ACDE458F}" sibTransId="{257D8D46-D708-441A-9A94-08C16FB98397}"/>
    <dgm:cxn modelId="{BE1F184B-0512-4006-BFAF-9138FE0415C0}" type="presOf" srcId="{6C7ABDD8-2116-4572-BFF1-942DE135219B}" destId="{6A45877E-5CF0-4627-AE52-CE03662F0641}" srcOrd="0" destOrd="0" presId="urn:microsoft.com/office/officeart/2018/2/layout/IconLabelList"/>
    <dgm:cxn modelId="{0675954C-3CB5-402E-8880-DDA68CDDB758}" srcId="{1AF866C9-4A03-4AD4-8E51-2BAE1EB6D173}" destId="{6C7ABDD8-2116-4572-BFF1-942DE135219B}" srcOrd="1" destOrd="0" parTransId="{616469A4-BE2A-4C29-8A52-AB6BAF651012}" sibTransId="{59BC6248-0FAC-49D0-8357-FB965100BBEE}"/>
    <dgm:cxn modelId="{C0F9D96E-9173-49B2-B319-4D587BFB1168}" type="presOf" srcId="{44509D9E-58EE-4039-82A1-2A79116ACC93}" destId="{CF0F5456-4904-405D-83C1-AB19650C0054}" srcOrd="0" destOrd="0" presId="urn:microsoft.com/office/officeart/2018/2/layout/IconLabelList"/>
    <dgm:cxn modelId="{E0D91B55-A7CF-4FF4-B08D-DBE20AF8C2FE}" srcId="{1AF866C9-4A03-4AD4-8E51-2BAE1EB6D173}" destId="{44509D9E-58EE-4039-82A1-2A79116ACC93}" srcOrd="2" destOrd="0" parTransId="{5C426BE0-998E-4D28-8838-1C847BD83830}" sibTransId="{35B7AB1F-21FF-4FAC-BC26-4D944FC0050D}"/>
    <dgm:cxn modelId="{4F802079-8974-4A7D-B8FD-3B35460CBDA0}" srcId="{1AF866C9-4A03-4AD4-8E51-2BAE1EB6D173}" destId="{2BFAAF3E-76B0-4233-B69F-B8E02621AE23}" srcOrd="3" destOrd="0" parTransId="{A8CA8212-934A-4242-90E0-B94307088DA9}" sibTransId="{1034F92A-EC10-43EE-8BC1-6F31D70616E5}"/>
    <dgm:cxn modelId="{CCDDAB89-629D-48B4-AEA0-E5C243811B16}" type="presOf" srcId="{1AF866C9-4A03-4AD4-8E51-2BAE1EB6D173}" destId="{0EAC4F10-DFCA-49E5-B53F-DCE57AA79482}" srcOrd="0" destOrd="0" presId="urn:microsoft.com/office/officeart/2018/2/layout/IconLabelList"/>
    <dgm:cxn modelId="{508B2DAE-C4DA-4323-8B1C-EE5070FBD9EF}" type="presOf" srcId="{BEC2E38C-B9EA-4AC4-87C3-18C259F9401A}" destId="{89D9DADF-FC32-495F-A9EC-B371091326B3}" srcOrd="0" destOrd="0" presId="urn:microsoft.com/office/officeart/2018/2/layout/IconLabelList"/>
    <dgm:cxn modelId="{44BDBEC7-D0DF-446C-A742-849552760C51}" type="presParOf" srcId="{0EAC4F10-DFCA-49E5-B53F-DCE57AA79482}" destId="{7BA6EBDC-6B27-46C2-908F-4D8389484E83}" srcOrd="0" destOrd="0" presId="urn:microsoft.com/office/officeart/2018/2/layout/IconLabelList"/>
    <dgm:cxn modelId="{F3E3D8C8-9214-47B8-B74A-2F557B329FEC}" type="presParOf" srcId="{7BA6EBDC-6B27-46C2-908F-4D8389484E83}" destId="{3287DB4F-EFBD-4B8A-8D27-F2274199BEB2}" srcOrd="0" destOrd="0" presId="urn:microsoft.com/office/officeart/2018/2/layout/IconLabelList"/>
    <dgm:cxn modelId="{581BC47B-423E-4C69-AD9E-685DB56E5DAD}" type="presParOf" srcId="{7BA6EBDC-6B27-46C2-908F-4D8389484E83}" destId="{03CD979D-4157-4D5B-A373-E5EB569645BA}" srcOrd="1" destOrd="0" presId="urn:microsoft.com/office/officeart/2018/2/layout/IconLabelList"/>
    <dgm:cxn modelId="{76C1DA94-A118-4EDE-9634-9D0367626FBF}" type="presParOf" srcId="{7BA6EBDC-6B27-46C2-908F-4D8389484E83}" destId="{89D9DADF-FC32-495F-A9EC-B371091326B3}" srcOrd="2" destOrd="0" presId="urn:microsoft.com/office/officeart/2018/2/layout/IconLabelList"/>
    <dgm:cxn modelId="{09EF8F5F-1E02-403B-9482-F8BDADEC51D1}" type="presParOf" srcId="{0EAC4F10-DFCA-49E5-B53F-DCE57AA79482}" destId="{BB9B7464-FB27-4723-A8C9-04D407BB5DAB}" srcOrd="1" destOrd="0" presId="urn:microsoft.com/office/officeart/2018/2/layout/IconLabelList"/>
    <dgm:cxn modelId="{ADBA014A-E02A-43C0-9077-335FA8B66C40}" type="presParOf" srcId="{0EAC4F10-DFCA-49E5-B53F-DCE57AA79482}" destId="{C719D05C-E455-4A5F-85B0-F6AB4F87393B}" srcOrd="2" destOrd="0" presId="urn:microsoft.com/office/officeart/2018/2/layout/IconLabelList"/>
    <dgm:cxn modelId="{4E7BAA93-9B1D-46B2-908B-38C275CE047B}" type="presParOf" srcId="{C719D05C-E455-4A5F-85B0-F6AB4F87393B}" destId="{9874DAD2-58CC-450A-8A6D-7F6BAE7D2FEB}" srcOrd="0" destOrd="0" presId="urn:microsoft.com/office/officeart/2018/2/layout/IconLabelList"/>
    <dgm:cxn modelId="{66AAF464-3399-4B81-BFF1-0F8AACA88C42}" type="presParOf" srcId="{C719D05C-E455-4A5F-85B0-F6AB4F87393B}" destId="{303F8FF3-FA0A-43CB-8A7C-AC187FAC57C0}" srcOrd="1" destOrd="0" presId="urn:microsoft.com/office/officeart/2018/2/layout/IconLabelList"/>
    <dgm:cxn modelId="{D206F089-296B-4AE6-B411-55EF44C6A8C6}" type="presParOf" srcId="{C719D05C-E455-4A5F-85B0-F6AB4F87393B}" destId="{6A45877E-5CF0-4627-AE52-CE03662F0641}" srcOrd="2" destOrd="0" presId="urn:microsoft.com/office/officeart/2018/2/layout/IconLabelList"/>
    <dgm:cxn modelId="{D2E56E28-8AC9-499C-B972-9EB82609DB9F}" type="presParOf" srcId="{0EAC4F10-DFCA-49E5-B53F-DCE57AA79482}" destId="{4ED05788-9567-4C19-8D20-897E040F7F5F}" srcOrd="3" destOrd="0" presId="urn:microsoft.com/office/officeart/2018/2/layout/IconLabelList"/>
    <dgm:cxn modelId="{105D20D9-5B6B-4B0C-8552-A21B6EDB2FF4}" type="presParOf" srcId="{0EAC4F10-DFCA-49E5-B53F-DCE57AA79482}" destId="{EA609E9F-177B-49AE-9274-FDDB423E76A9}" srcOrd="4" destOrd="0" presId="urn:microsoft.com/office/officeart/2018/2/layout/IconLabelList"/>
    <dgm:cxn modelId="{C4354B53-2B71-4734-ABA8-402796411970}" type="presParOf" srcId="{EA609E9F-177B-49AE-9274-FDDB423E76A9}" destId="{F5AD63AF-3384-4117-AC6D-2E2A51ABCB1E}" srcOrd="0" destOrd="0" presId="urn:microsoft.com/office/officeart/2018/2/layout/IconLabelList"/>
    <dgm:cxn modelId="{F9ACF08D-12E9-43FE-A9CE-600D034652A4}" type="presParOf" srcId="{EA609E9F-177B-49AE-9274-FDDB423E76A9}" destId="{3CB3DF17-FC9B-4540-881B-B38805F31AC4}" srcOrd="1" destOrd="0" presId="urn:microsoft.com/office/officeart/2018/2/layout/IconLabelList"/>
    <dgm:cxn modelId="{6727C805-6811-4D17-8F0B-DD2A06876141}" type="presParOf" srcId="{EA609E9F-177B-49AE-9274-FDDB423E76A9}" destId="{CF0F5456-4904-405D-83C1-AB19650C0054}" srcOrd="2" destOrd="0" presId="urn:microsoft.com/office/officeart/2018/2/layout/IconLabelList"/>
    <dgm:cxn modelId="{7DCF2A4B-FFFE-4B7C-9405-59CE324984DA}" type="presParOf" srcId="{0EAC4F10-DFCA-49E5-B53F-DCE57AA79482}" destId="{937D7B4D-2962-47E7-B630-E96365937D4F}" srcOrd="5" destOrd="0" presId="urn:microsoft.com/office/officeart/2018/2/layout/IconLabelList"/>
    <dgm:cxn modelId="{4EB1220E-A4CE-4D51-A4C7-772A75597FB0}" type="presParOf" srcId="{0EAC4F10-DFCA-49E5-B53F-DCE57AA79482}" destId="{75654923-4A31-42A3-A68B-67B0ADC68ED7}" srcOrd="6" destOrd="0" presId="urn:microsoft.com/office/officeart/2018/2/layout/IconLabelList"/>
    <dgm:cxn modelId="{753AC741-E12B-40C7-AB4B-439F2FB1B55C}" type="presParOf" srcId="{75654923-4A31-42A3-A68B-67B0ADC68ED7}" destId="{068296E3-EE3F-4AF8-A46D-01E122E95CC6}" srcOrd="0" destOrd="0" presId="urn:microsoft.com/office/officeart/2018/2/layout/IconLabelList"/>
    <dgm:cxn modelId="{D6028F62-6AD0-4659-BC0F-AA3938E1A22E}" type="presParOf" srcId="{75654923-4A31-42A3-A68B-67B0ADC68ED7}" destId="{4B1A0252-0D73-4BDA-97B3-3A969C5BC793}" srcOrd="1" destOrd="0" presId="urn:microsoft.com/office/officeart/2018/2/layout/IconLabelList"/>
    <dgm:cxn modelId="{A1AB3F33-8229-490F-B93A-2A24DA92BA48}" type="presParOf" srcId="{75654923-4A31-42A3-A68B-67B0ADC68ED7}" destId="{CC0972C5-BF8F-41E3-89B4-66B3ED69061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763FDE0-FC75-40ED-9D8A-515278F691C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B18DAC4B-95C8-4CDD-93F9-17637F4FF96B}">
      <dgm:prSet/>
      <dgm:spPr/>
      <dgm:t>
        <a:bodyPr/>
        <a:lstStyle/>
        <a:p>
          <a:pPr>
            <a:lnSpc>
              <a:spcPct val="100000"/>
            </a:lnSpc>
          </a:pPr>
          <a:r>
            <a:rPr lang="pt-PT" dirty="0">
              <a:solidFill>
                <a:schemeClr val="tx1"/>
              </a:solidFill>
              <a:latin typeface="Biome Light" panose="020B0303030204020804" pitchFamily="34" charset="0"/>
              <a:cs typeface="Biome Light" panose="020B0303030204020804" pitchFamily="34" charset="0"/>
            </a:rPr>
            <a:t>Filtrar empresas de acordo com categoria ou natureza do trabalho (Android)</a:t>
          </a:r>
          <a:endParaRPr lang="en-US" dirty="0">
            <a:solidFill>
              <a:schemeClr val="tx1"/>
            </a:solidFill>
            <a:latin typeface="Biome Light" panose="020B0303030204020804" pitchFamily="34" charset="0"/>
            <a:cs typeface="Biome Light" panose="020B0303030204020804" pitchFamily="34" charset="0"/>
          </a:endParaRPr>
        </a:p>
      </dgm:t>
    </dgm:pt>
    <dgm:pt modelId="{74E95DA7-81B2-471C-A36B-EC067C7C6F32}" type="parTrans" cxnId="{9EA055C8-5E7F-450B-84E0-C73F8186A02E}">
      <dgm:prSet/>
      <dgm:spPr/>
      <dgm:t>
        <a:bodyPr/>
        <a:lstStyle/>
        <a:p>
          <a:endParaRPr lang="en-US"/>
        </a:p>
      </dgm:t>
    </dgm:pt>
    <dgm:pt modelId="{E9126366-AB88-4176-A37E-88F5CC83DE6B}" type="sibTrans" cxnId="{9EA055C8-5E7F-450B-84E0-C73F8186A02E}">
      <dgm:prSet/>
      <dgm:spPr/>
      <dgm:t>
        <a:bodyPr/>
        <a:lstStyle/>
        <a:p>
          <a:endParaRPr lang="en-US"/>
        </a:p>
      </dgm:t>
    </dgm:pt>
    <dgm:pt modelId="{0CB97FE5-55F0-4357-80C1-A62433F57764}">
      <dgm:prSet/>
      <dgm:spPr/>
      <dgm:t>
        <a:bodyPr/>
        <a:lstStyle/>
        <a:p>
          <a:pPr>
            <a:lnSpc>
              <a:spcPct val="100000"/>
            </a:lnSpc>
          </a:pPr>
          <a:r>
            <a:rPr lang="pt-PT" dirty="0">
              <a:solidFill>
                <a:schemeClr val="tx1"/>
              </a:solidFill>
              <a:latin typeface="Biome Light" panose="020B0303030204020804" pitchFamily="34" charset="0"/>
              <a:cs typeface="Biome Light" panose="020B0303030204020804" pitchFamily="34" charset="0"/>
            </a:rPr>
            <a:t>Deslisar o dedo da esquerda para a direita para se candidatar a uma empresa, ou ao contrário para passar para a empresa seguinte</a:t>
          </a:r>
          <a:endParaRPr lang="en-US" dirty="0">
            <a:solidFill>
              <a:schemeClr val="tx1"/>
            </a:solidFill>
            <a:latin typeface="Biome Light" panose="020B0303030204020804" pitchFamily="34" charset="0"/>
            <a:cs typeface="Biome Light" panose="020B0303030204020804" pitchFamily="34" charset="0"/>
          </a:endParaRPr>
        </a:p>
      </dgm:t>
    </dgm:pt>
    <dgm:pt modelId="{2D37971B-0844-46ED-9167-9CAC4064129F}" type="parTrans" cxnId="{ED3E2DAE-3917-4C0C-A062-69C76F16AE40}">
      <dgm:prSet/>
      <dgm:spPr/>
      <dgm:t>
        <a:bodyPr/>
        <a:lstStyle/>
        <a:p>
          <a:endParaRPr lang="en-US"/>
        </a:p>
      </dgm:t>
    </dgm:pt>
    <dgm:pt modelId="{21D54B8F-1706-40D7-BAB0-7DEAADBAE18D}" type="sibTrans" cxnId="{ED3E2DAE-3917-4C0C-A062-69C76F16AE40}">
      <dgm:prSet/>
      <dgm:spPr/>
      <dgm:t>
        <a:bodyPr/>
        <a:lstStyle/>
        <a:p>
          <a:endParaRPr lang="en-US"/>
        </a:p>
      </dgm:t>
    </dgm:pt>
    <dgm:pt modelId="{98AA2A41-7EEE-43BB-9DEF-DABE44548815}">
      <dgm:prSet/>
      <dgm:spPr/>
      <dgm:t>
        <a:bodyPr/>
        <a:lstStyle/>
        <a:p>
          <a:pPr>
            <a:lnSpc>
              <a:spcPct val="100000"/>
            </a:lnSpc>
          </a:pPr>
          <a:r>
            <a:rPr lang="pt-PT" dirty="0">
              <a:solidFill>
                <a:schemeClr val="tx1"/>
              </a:solidFill>
              <a:latin typeface="Biome Light" panose="020B0303030204020804" pitchFamily="34" charset="0"/>
              <a:cs typeface="Biome Light" panose="020B0303030204020804" pitchFamily="34" charset="0"/>
            </a:rPr>
            <a:t>Layout completo da página web, bem como na aplicação móvel</a:t>
          </a:r>
          <a:endParaRPr lang="en-US" dirty="0">
            <a:solidFill>
              <a:schemeClr val="tx1"/>
            </a:solidFill>
            <a:latin typeface="Biome Light" panose="020B0303030204020804" pitchFamily="34" charset="0"/>
            <a:cs typeface="Biome Light" panose="020B0303030204020804" pitchFamily="34" charset="0"/>
          </a:endParaRPr>
        </a:p>
      </dgm:t>
    </dgm:pt>
    <dgm:pt modelId="{13F459A3-4C7B-4A76-86ED-2F225AE29C3E}" type="parTrans" cxnId="{2B503748-73AF-452A-9803-B655446BB634}">
      <dgm:prSet/>
      <dgm:spPr/>
      <dgm:t>
        <a:bodyPr/>
        <a:lstStyle/>
        <a:p>
          <a:endParaRPr lang="en-GB"/>
        </a:p>
      </dgm:t>
    </dgm:pt>
    <dgm:pt modelId="{0BE5E9AF-B82F-4556-9634-8DD9D46E44D5}" type="sibTrans" cxnId="{2B503748-73AF-452A-9803-B655446BB634}">
      <dgm:prSet/>
      <dgm:spPr/>
      <dgm:t>
        <a:bodyPr/>
        <a:lstStyle/>
        <a:p>
          <a:endParaRPr lang="en-GB"/>
        </a:p>
      </dgm:t>
    </dgm:pt>
    <dgm:pt modelId="{5E911DA2-F920-49B8-A29F-3F45405C0E41}" type="pres">
      <dgm:prSet presAssocID="{C763FDE0-FC75-40ED-9D8A-515278F691C8}" presName="root" presStyleCnt="0">
        <dgm:presLayoutVars>
          <dgm:dir/>
          <dgm:resizeHandles val="exact"/>
        </dgm:presLayoutVars>
      </dgm:prSet>
      <dgm:spPr/>
    </dgm:pt>
    <dgm:pt modelId="{20DF1A34-F6A1-40F2-9B6F-E7D67060187E}" type="pres">
      <dgm:prSet presAssocID="{B18DAC4B-95C8-4CDD-93F9-17637F4FF96B}" presName="compNode" presStyleCnt="0"/>
      <dgm:spPr/>
    </dgm:pt>
    <dgm:pt modelId="{65858C23-168F-45A5-ABD1-404D755E8155}" type="pres">
      <dgm:prSet presAssocID="{B18DAC4B-95C8-4CDD-93F9-17637F4FF96B}" presName="bgRect" presStyleLbl="bgShp" presStyleIdx="0" presStyleCnt="3"/>
      <dgm:spPr/>
    </dgm:pt>
    <dgm:pt modelId="{9D16C671-DEB6-4BE6-8EAD-F94781FF3642}" type="pres">
      <dgm:prSet presAssocID="{B18DAC4B-95C8-4CDD-93F9-17637F4FF96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5258EE42-8EE4-4F08-AFE9-17F920E49439}" type="pres">
      <dgm:prSet presAssocID="{B18DAC4B-95C8-4CDD-93F9-17637F4FF96B}" presName="spaceRect" presStyleCnt="0"/>
      <dgm:spPr/>
    </dgm:pt>
    <dgm:pt modelId="{91FF0BB9-6F99-4873-B67D-48914ADE998C}" type="pres">
      <dgm:prSet presAssocID="{B18DAC4B-95C8-4CDD-93F9-17637F4FF96B}" presName="parTx" presStyleLbl="revTx" presStyleIdx="0" presStyleCnt="3">
        <dgm:presLayoutVars>
          <dgm:chMax val="0"/>
          <dgm:chPref val="0"/>
        </dgm:presLayoutVars>
      </dgm:prSet>
      <dgm:spPr/>
    </dgm:pt>
    <dgm:pt modelId="{55087E3B-FB4A-4A22-9098-15B78CC18FDA}" type="pres">
      <dgm:prSet presAssocID="{E9126366-AB88-4176-A37E-88F5CC83DE6B}" presName="sibTrans" presStyleCnt="0"/>
      <dgm:spPr/>
    </dgm:pt>
    <dgm:pt modelId="{978C2AC1-862F-41EF-ACE7-2193752FD4DD}" type="pres">
      <dgm:prSet presAssocID="{0CB97FE5-55F0-4357-80C1-A62433F57764}" presName="compNode" presStyleCnt="0"/>
      <dgm:spPr/>
    </dgm:pt>
    <dgm:pt modelId="{2FB46141-EB91-4DA4-AFEC-9DC40BFE650A}" type="pres">
      <dgm:prSet presAssocID="{0CB97FE5-55F0-4357-80C1-A62433F57764}" presName="bgRect" presStyleLbl="bgShp" presStyleIdx="1" presStyleCnt="3"/>
      <dgm:spPr/>
    </dgm:pt>
    <dgm:pt modelId="{64ADEB88-D66E-4035-9CC0-4588C8F2B36C}" type="pres">
      <dgm:prSet presAssocID="{0CB97FE5-55F0-4357-80C1-A62433F5776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thly calendar"/>
        </a:ext>
      </dgm:extLst>
    </dgm:pt>
    <dgm:pt modelId="{D6694449-C810-48B2-8D60-CA7F5C7A18A8}" type="pres">
      <dgm:prSet presAssocID="{0CB97FE5-55F0-4357-80C1-A62433F57764}" presName="spaceRect" presStyleCnt="0"/>
      <dgm:spPr/>
    </dgm:pt>
    <dgm:pt modelId="{59145B72-9EE4-46CB-8006-E8C5F73C05DD}" type="pres">
      <dgm:prSet presAssocID="{0CB97FE5-55F0-4357-80C1-A62433F57764}" presName="parTx" presStyleLbl="revTx" presStyleIdx="1" presStyleCnt="3">
        <dgm:presLayoutVars>
          <dgm:chMax val="0"/>
          <dgm:chPref val="0"/>
        </dgm:presLayoutVars>
      </dgm:prSet>
      <dgm:spPr/>
    </dgm:pt>
    <dgm:pt modelId="{B2E7F1A5-5133-4633-842C-25CB32660F7F}" type="pres">
      <dgm:prSet presAssocID="{21D54B8F-1706-40D7-BAB0-7DEAADBAE18D}" presName="sibTrans" presStyleCnt="0"/>
      <dgm:spPr/>
    </dgm:pt>
    <dgm:pt modelId="{4122DDEB-8AC5-4D16-A729-9FF6EC43E0B3}" type="pres">
      <dgm:prSet presAssocID="{98AA2A41-7EEE-43BB-9DEF-DABE44548815}" presName="compNode" presStyleCnt="0"/>
      <dgm:spPr/>
    </dgm:pt>
    <dgm:pt modelId="{4CF14835-0839-4AE9-AAF5-15FB1E94BE57}" type="pres">
      <dgm:prSet presAssocID="{98AA2A41-7EEE-43BB-9DEF-DABE44548815}" presName="bgRect" presStyleLbl="bgShp" presStyleIdx="2" presStyleCnt="3"/>
      <dgm:spPr/>
    </dgm:pt>
    <dgm:pt modelId="{C54C25BB-536C-4E17-AB1E-98D9FF896DCB}" type="pres">
      <dgm:prSet presAssocID="{98AA2A41-7EEE-43BB-9DEF-DABE4454881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thly calendar"/>
        </a:ext>
      </dgm:extLst>
    </dgm:pt>
    <dgm:pt modelId="{79C68FBC-A2CC-4C0A-B1B9-50624BE7A768}" type="pres">
      <dgm:prSet presAssocID="{98AA2A41-7EEE-43BB-9DEF-DABE44548815}" presName="spaceRect" presStyleCnt="0"/>
      <dgm:spPr/>
    </dgm:pt>
    <dgm:pt modelId="{AD07DB42-8592-4DE0-BA80-8E78F40D49B0}" type="pres">
      <dgm:prSet presAssocID="{98AA2A41-7EEE-43BB-9DEF-DABE4454881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B503748-73AF-452A-9803-B655446BB634}" srcId="{C763FDE0-FC75-40ED-9D8A-515278F691C8}" destId="{98AA2A41-7EEE-43BB-9DEF-DABE44548815}" srcOrd="2" destOrd="0" parTransId="{13F459A3-4C7B-4A76-86ED-2F225AE29C3E}" sibTransId="{0BE5E9AF-B82F-4556-9634-8DD9D46E44D5}"/>
    <dgm:cxn modelId="{BF7E5C84-900D-4797-A66C-143272100F94}" type="presOf" srcId="{B18DAC4B-95C8-4CDD-93F9-17637F4FF96B}" destId="{91FF0BB9-6F99-4873-B67D-48914ADE998C}" srcOrd="0" destOrd="0" presId="urn:microsoft.com/office/officeart/2018/2/layout/IconVerticalSolidList"/>
    <dgm:cxn modelId="{CE399F89-EF7D-4ECC-B5DC-368D47CCC826}" type="presOf" srcId="{0CB97FE5-55F0-4357-80C1-A62433F57764}" destId="{59145B72-9EE4-46CB-8006-E8C5F73C05DD}" srcOrd="0" destOrd="0" presId="urn:microsoft.com/office/officeart/2018/2/layout/IconVerticalSolidList"/>
    <dgm:cxn modelId="{CA010A8E-6BA2-452E-BF2E-02A27BFB2FDE}" type="presOf" srcId="{98AA2A41-7EEE-43BB-9DEF-DABE44548815}" destId="{AD07DB42-8592-4DE0-BA80-8E78F40D49B0}" srcOrd="0" destOrd="0" presId="urn:microsoft.com/office/officeart/2018/2/layout/IconVerticalSolidList"/>
    <dgm:cxn modelId="{ED3E2DAE-3917-4C0C-A062-69C76F16AE40}" srcId="{C763FDE0-FC75-40ED-9D8A-515278F691C8}" destId="{0CB97FE5-55F0-4357-80C1-A62433F57764}" srcOrd="1" destOrd="0" parTransId="{2D37971B-0844-46ED-9167-9CAC4064129F}" sibTransId="{21D54B8F-1706-40D7-BAB0-7DEAADBAE18D}"/>
    <dgm:cxn modelId="{9EA055C8-5E7F-450B-84E0-C73F8186A02E}" srcId="{C763FDE0-FC75-40ED-9D8A-515278F691C8}" destId="{B18DAC4B-95C8-4CDD-93F9-17637F4FF96B}" srcOrd="0" destOrd="0" parTransId="{74E95DA7-81B2-471C-A36B-EC067C7C6F32}" sibTransId="{E9126366-AB88-4176-A37E-88F5CC83DE6B}"/>
    <dgm:cxn modelId="{1371BDF1-E762-4FED-B8D8-65A798AD559E}" type="presOf" srcId="{C763FDE0-FC75-40ED-9D8A-515278F691C8}" destId="{5E911DA2-F920-49B8-A29F-3F45405C0E41}" srcOrd="0" destOrd="0" presId="urn:microsoft.com/office/officeart/2018/2/layout/IconVerticalSolidList"/>
    <dgm:cxn modelId="{5506A9CF-AC41-471A-901B-BABF33BFDB57}" type="presParOf" srcId="{5E911DA2-F920-49B8-A29F-3F45405C0E41}" destId="{20DF1A34-F6A1-40F2-9B6F-E7D67060187E}" srcOrd="0" destOrd="0" presId="urn:microsoft.com/office/officeart/2018/2/layout/IconVerticalSolidList"/>
    <dgm:cxn modelId="{60AD982D-542A-475E-8711-298CD3784606}" type="presParOf" srcId="{20DF1A34-F6A1-40F2-9B6F-E7D67060187E}" destId="{65858C23-168F-45A5-ABD1-404D755E8155}" srcOrd="0" destOrd="0" presId="urn:microsoft.com/office/officeart/2018/2/layout/IconVerticalSolidList"/>
    <dgm:cxn modelId="{198791E1-7459-47F1-AF7D-419B38C64C88}" type="presParOf" srcId="{20DF1A34-F6A1-40F2-9B6F-E7D67060187E}" destId="{9D16C671-DEB6-4BE6-8EAD-F94781FF3642}" srcOrd="1" destOrd="0" presId="urn:microsoft.com/office/officeart/2018/2/layout/IconVerticalSolidList"/>
    <dgm:cxn modelId="{7AD2C2AE-D7CC-4A55-A0BB-4E025BC2DCC3}" type="presParOf" srcId="{20DF1A34-F6A1-40F2-9B6F-E7D67060187E}" destId="{5258EE42-8EE4-4F08-AFE9-17F920E49439}" srcOrd="2" destOrd="0" presId="urn:microsoft.com/office/officeart/2018/2/layout/IconVerticalSolidList"/>
    <dgm:cxn modelId="{97F7150B-9A5E-4C83-95ED-334BF21A3B16}" type="presParOf" srcId="{20DF1A34-F6A1-40F2-9B6F-E7D67060187E}" destId="{91FF0BB9-6F99-4873-B67D-48914ADE998C}" srcOrd="3" destOrd="0" presId="urn:microsoft.com/office/officeart/2018/2/layout/IconVerticalSolidList"/>
    <dgm:cxn modelId="{C0A5583E-E02F-4A40-A5DE-91E8947DB514}" type="presParOf" srcId="{5E911DA2-F920-49B8-A29F-3F45405C0E41}" destId="{55087E3B-FB4A-4A22-9098-15B78CC18FDA}" srcOrd="1" destOrd="0" presId="urn:microsoft.com/office/officeart/2018/2/layout/IconVerticalSolidList"/>
    <dgm:cxn modelId="{9D031C81-3AD2-4F58-8ECC-AFAC0B8429A5}" type="presParOf" srcId="{5E911DA2-F920-49B8-A29F-3F45405C0E41}" destId="{978C2AC1-862F-41EF-ACE7-2193752FD4DD}" srcOrd="2" destOrd="0" presId="urn:microsoft.com/office/officeart/2018/2/layout/IconVerticalSolidList"/>
    <dgm:cxn modelId="{70982C8B-6453-40FD-9C8E-D78D2B193343}" type="presParOf" srcId="{978C2AC1-862F-41EF-ACE7-2193752FD4DD}" destId="{2FB46141-EB91-4DA4-AFEC-9DC40BFE650A}" srcOrd="0" destOrd="0" presId="urn:microsoft.com/office/officeart/2018/2/layout/IconVerticalSolidList"/>
    <dgm:cxn modelId="{75421C79-4E30-4438-8D69-35801581805C}" type="presParOf" srcId="{978C2AC1-862F-41EF-ACE7-2193752FD4DD}" destId="{64ADEB88-D66E-4035-9CC0-4588C8F2B36C}" srcOrd="1" destOrd="0" presId="urn:microsoft.com/office/officeart/2018/2/layout/IconVerticalSolidList"/>
    <dgm:cxn modelId="{C38F1B6A-8D83-4A8C-BC84-E960D00A8EBF}" type="presParOf" srcId="{978C2AC1-862F-41EF-ACE7-2193752FD4DD}" destId="{D6694449-C810-48B2-8D60-CA7F5C7A18A8}" srcOrd="2" destOrd="0" presId="urn:microsoft.com/office/officeart/2018/2/layout/IconVerticalSolidList"/>
    <dgm:cxn modelId="{EADBE472-BE4E-4372-8548-89495B96C800}" type="presParOf" srcId="{978C2AC1-862F-41EF-ACE7-2193752FD4DD}" destId="{59145B72-9EE4-46CB-8006-E8C5F73C05DD}" srcOrd="3" destOrd="0" presId="urn:microsoft.com/office/officeart/2018/2/layout/IconVerticalSolidList"/>
    <dgm:cxn modelId="{90CFEB18-A7A3-4E87-8212-298815EFDDDD}" type="presParOf" srcId="{5E911DA2-F920-49B8-A29F-3F45405C0E41}" destId="{B2E7F1A5-5133-4633-842C-25CB32660F7F}" srcOrd="3" destOrd="0" presId="urn:microsoft.com/office/officeart/2018/2/layout/IconVerticalSolidList"/>
    <dgm:cxn modelId="{44582B8A-2A0D-413C-B8F9-F67005417268}" type="presParOf" srcId="{5E911DA2-F920-49B8-A29F-3F45405C0E41}" destId="{4122DDEB-8AC5-4D16-A729-9FF6EC43E0B3}" srcOrd="4" destOrd="0" presId="urn:microsoft.com/office/officeart/2018/2/layout/IconVerticalSolidList"/>
    <dgm:cxn modelId="{7D9CD4D4-60E3-4189-94CF-2090E77C0D7C}" type="presParOf" srcId="{4122DDEB-8AC5-4D16-A729-9FF6EC43E0B3}" destId="{4CF14835-0839-4AE9-AAF5-15FB1E94BE57}" srcOrd="0" destOrd="0" presId="urn:microsoft.com/office/officeart/2018/2/layout/IconVerticalSolidList"/>
    <dgm:cxn modelId="{9CA8E200-E274-478B-B6EA-D255FDEDC45F}" type="presParOf" srcId="{4122DDEB-8AC5-4D16-A729-9FF6EC43E0B3}" destId="{C54C25BB-536C-4E17-AB1E-98D9FF896DCB}" srcOrd="1" destOrd="0" presId="urn:microsoft.com/office/officeart/2018/2/layout/IconVerticalSolidList"/>
    <dgm:cxn modelId="{298B8B2B-D9B9-47FE-B828-7CF221A9BF1C}" type="presParOf" srcId="{4122DDEB-8AC5-4D16-A729-9FF6EC43E0B3}" destId="{79C68FBC-A2CC-4C0A-B1B9-50624BE7A768}" srcOrd="2" destOrd="0" presId="urn:microsoft.com/office/officeart/2018/2/layout/IconVerticalSolidList"/>
    <dgm:cxn modelId="{8BF7188A-1AB3-450B-9EBE-41D61F378F7D}" type="presParOf" srcId="{4122DDEB-8AC5-4D16-A729-9FF6EC43E0B3}" destId="{AD07DB42-8592-4DE0-BA80-8E78F40D49B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87DB4F-EFBD-4B8A-8D27-F2274199BEB2}">
      <dsp:nvSpPr>
        <dsp:cNvPr id="0" name=""/>
        <dsp:cNvSpPr/>
      </dsp:nvSpPr>
      <dsp:spPr>
        <a:xfrm>
          <a:off x="1946206" y="431547"/>
          <a:ext cx="806044" cy="8060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D9DADF-FC32-495F-A9EC-B371091326B3}">
      <dsp:nvSpPr>
        <dsp:cNvPr id="0" name=""/>
        <dsp:cNvSpPr/>
      </dsp:nvSpPr>
      <dsp:spPr>
        <a:xfrm>
          <a:off x="1453623" y="1506348"/>
          <a:ext cx="1791210" cy="716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kern="1200" noProof="0" dirty="0">
              <a:solidFill>
                <a:schemeClr val="bg1"/>
              </a:solidFill>
              <a:latin typeface="Biome Light" panose="020B0303030204020804" pitchFamily="34" charset="0"/>
              <a:cs typeface="Biome Light" panose="020B0303030204020804" pitchFamily="34" charset="0"/>
            </a:rPr>
            <a:t>Objetivo do projeto</a:t>
          </a:r>
        </a:p>
      </dsp:txBody>
      <dsp:txXfrm>
        <a:off x="1453623" y="1506348"/>
        <a:ext cx="1791210" cy="716484"/>
      </dsp:txXfrm>
    </dsp:sp>
    <dsp:sp modelId="{9874DAD2-58CC-450A-8A6D-7F6BAE7D2FEB}">
      <dsp:nvSpPr>
        <dsp:cNvPr id="0" name=""/>
        <dsp:cNvSpPr/>
      </dsp:nvSpPr>
      <dsp:spPr>
        <a:xfrm>
          <a:off x="4433128" y="439914"/>
          <a:ext cx="806044" cy="8060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45877E-5CF0-4627-AE52-CE03662F0641}">
      <dsp:nvSpPr>
        <dsp:cNvPr id="0" name=""/>
        <dsp:cNvSpPr/>
      </dsp:nvSpPr>
      <dsp:spPr>
        <a:xfrm>
          <a:off x="3558296" y="1506348"/>
          <a:ext cx="2579809" cy="716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kern="1200" noProof="0" dirty="0">
              <a:solidFill>
                <a:schemeClr val="bg1"/>
              </a:solidFill>
              <a:latin typeface="Biome Light" panose="020B0303030204020804" pitchFamily="34" charset="0"/>
              <a:cs typeface="Biome Light" panose="020B0303030204020804" pitchFamily="34" charset="0"/>
            </a:rPr>
            <a:t>Funcionalidade de API</a:t>
          </a:r>
        </a:p>
      </dsp:txBody>
      <dsp:txXfrm>
        <a:off x="3558296" y="1506348"/>
        <a:ext cx="2579809" cy="716484"/>
      </dsp:txXfrm>
    </dsp:sp>
    <dsp:sp modelId="{F5AD63AF-3384-4117-AC6D-2E2A51ABCB1E}">
      <dsp:nvSpPr>
        <dsp:cNvPr id="0" name=""/>
        <dsp:cNvSpPr/>
      </dsp:nvSpPr>
      <dsp:spPr>
        <a:xfrm>
          <a:off x="7399817" y="431547"/>
          <a:ext cx="806044" cy="8060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0F5456-4904-405D-83C1-AB19650C0054}">
      <dsp:nvSpPr>
        <dsp:cNvPr id="0" name=""/>
        <dsp:cNvSpPr/>
      </dsp:nvSpPr>
      <dsp:spPr>
        <a:xfrm>
          <a:off x="6451568" y="1506348"/>
          <a:ext cx="2702543" cy="716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kern="1200" noProof="0" dirty="0">
              <a:solidFill>
                <a:schemeClr val="bg1"/>
              </a:solidFill>
              <a:latin typeface="Biome Light" panose="020B0303030204020804" pitchFamily="34" charset="0"/>
              <a:cs typeface="Biome Light" panose="020B0303030204020804" pitchFamily="34" charset="0"/>
            </a:rPr>
            <a:t>Funcionalidade de Web</a:t>
          </a:r>
        </a:p>
      </dsp:txBody>
      <dsp:txXfrm>
        <a:off x="6451568" y="1506348"/>
        <a:ext cx="2702543" cy="716484"/>
      </dsp:txXfrm>
    </dsp:sp>
    <dsp:sp modelId="{068296E3-EE3F-4AF8-A46D-01E122E95CC6}">
      <dsp:nvSpPr>
        <dsp:cNvPr id="0" name=""/>
        <dsp:cNvSpPr/>
      </dsp:nvSpPr>
      <dsp:spPr>
        <a:xfrm>
          <a:off x="9960156" y="431547"/>
          <a:ext cx="806044" cy="80604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0972C5-BF8F-41E3-89B4-66B3ED69061D}">
      <dsp:nvSpPr>
        <dsp:cNvPr id="0" name=""/>
        <dsp:cNvSpPr/>
      </dsp:nvSpPr>
      <dsp:spPr>
        <a:xfrm>
          <a:off x="9467573" y="1506348"/>
          <a:ext cx="1791210" cy="716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kern="1200" noProof="0" dirty="0">
              <a:solidFill>
                <a:schemeClr val="bg1"/>
              </a:solidFill>
              <a:latin typeface="Biome Light" panose="020B0303030204020804" pitchFamily="34" charset="0"/>
              <a:cs typeface="Biome Light" panose="020B0303030204020804" pitchFamily="34" charset="0"/>
            </a:rPr>
            <a:t>Funcionalidade de Android</a:t>
          </a:r>
        </a:p>
      </dsp:txBody>
      <dsp:txXfrm>
        <a:off x="9467573" y="1506348"/>
        <a:ext cx="1791210" cy="7164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858C23-168F-45A5-ABD1-404D755E8155}">
      <dsp:nvSpPr>
        <dsp:cNvPr id="0" name=""/>
        <dsp:cNvSpPr/>
      </dsp:nvSpPr>
      <dsp:spPr>
        <a:xfrm>
          <a:off x="0" y="649"/>
          <a:ext cx="5889686" cy="151941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16C671-DEB6-4BE6-8EAD-F94781FF3642}">
      <dsp:nvSpPr>
        <dsp:cNvPr id="0" name=""/>
        <dsp:cNvSpPr/>
      </dsp:nvSpPr>
      <dsp:spPr>
        <a:xfrm>
          <a:off x="459622" y="342517"/>
          <a:ext cx="835676" cy="8356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FF0BB9-6F99-4873-B67D-48914ADE998C}">
      <dsp:nvSpPr>
        <dsp:cNvPr id="0" name=""/>
        <dsp:cNvSpPr/>
      </dsp:nvSpPr>
      <dsp:spPr>
        <a:xfrm>
          <a:off x="1754920" y="649"/>
          <a:ext cx="4134765" cy="1519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804" tIns="160804" rIns="160804" bIns="160804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700" kern="1200" dirty="0">
              <a:solidFill>
                <a:schemeClr val="tx1"/>
              </a:solidFill>
              <a:latin typeface="Biome Light" panose="020B0303030204020804" pitchFamily="34" charset="0"/>
              <a:cs typeface="Biome Light" panose="020B0303030204020804" pitchFamily="34" charset="0"/>
            </a:rPr>
            <a:t>Filtrar empresas de acordo com categoria ou natureza do trabalho (Android)</a:t>
          </a:r>
          <a:endParaRPr lang="en-US" sz="1700" kern="1200" dirty="0">
            <a:solidFill>
              <a:schemeClr val="tx1"/>
            </a:solidFill>
            <a:latin typeface="Biome Light" panose="020B0303030204020804" pitchFamily="34" charset="0"/>
            <a:cs typeface="Biome Light" panose="020B0303030204020804" pitchFamily="34" charset="0"/>
          </a:endParaRPr>
        </a:p>
      </dsp:txBody>
      <dsp:txXfrm>
        <a:off x="1754920" y="649"/>
        <a:ext cx="4134765" cy="1519412"/>
      </dsp:txXfrm>
    </dsp:sp>
    <dsp:sp modelId="{2FB46141-EB91-4DA4-AFEC-9DC40BFE650A}">
      <dsp:nvSpPr>
        <dsp:cNvPr id="0" name=""/>
        <dsp:cNvSpPr/>
      </dsp:nvSpPr>
      <dsp:spPr>
        <a:xfrm>
          <a:off x="0" y="1899914"/>
          <a:ext cx="5889686" cy="151941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ADEB88-D66E-4035-9CC0-4588C8F2B36C}">
      <dsp:nvSpPr>
        <dsp:cNvPr id="0" name=""/>
        <dsp:cNvSpPr/>
      </dsp:nvSpPr>
      <dsp:spPr>
        <a:xfrm>
          <a:off x="459622" y="2241782"/>
          <a:ext cx="835676" cy="8356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145B72-9EE4-46CB-8006-E8C5F73C05DD}">
      <dsp:nvSpPr>
        <dsp:cNvPr id="0" name=""/>
        <dsp:cNvSpPr/>
      </dsp:nvSpPr>
      <dsp:spPr>
        <a:xfrm>
          <a:off x="1754920" y="1899914"/>
          <a:ext cx="4134765" cy="1519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804" tIns="160804" rIns="160804" bIns="160804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700" kern="1200" dirty="0">
              <a:solidFill>
                <a:schemeClr val="tx1"/>
              </a:solidFill>
              <a:latin typeface="Biome Light" panose="020B0303030204020804" pitchFamily="34" charset="0"/>
              <a:cs typeface="Biome Light" panose="020B0303030204020804" pitchFamily="34" charset="0"/>
            </a:rPr>
            <a:t>Deslisar o dedo da esquerda para a direita para se candidatar a uma empresa, ou ao contrário para passar para a empresa seguinte</a:t>
          </a:r>
          <a:endParaRPr lang="en-US" sz="1700" kern="1200" dirty="0">
            <a:solidFill>
              <a:schemeClr val="tx1"/>
            </a:solidFill>
            <a:latin typeface="Biome Light" panose="020B0303030204020804" pitchFamily="34" charset="0"/>
            <a:cs typeface="Biome Light" panose="020B0303030204020804" pitchFamily="34" charset="0"/>
          </a:endParaRPr>
        </a:p>
      </dsp:txBody>
      <dsp:txXfrm>
        <a:off x="1754920" y="1899914"/>
        <a:ext cx="4134765" cy="1519412"/>
      </dsp:txXfrm>
    </dsp:sp>
    <dsp:sp modelId="{4CF14835-0839-4AE9-AAF5-15FB1E94BE57}">
      <dsp:nvSpPr>
        <dsp:cNvPr id="0" name=""/>
        <dsp:cNvSpPr/>
      </dsp:nvSpPr>
      <dsp:spPr>
        <a:xfrm>
          <a:off x="0" y="3799179"/>
          <a:ext cx="5889686" cy="151941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4C25BB-536C-4E17-AB1E-98D9FF896DCB}">
      <dsp:nvSpPr>
        <dsp:cNvPr id="0" name=""/>
        <dsp:cNvSpPr/>
      </dsp:nvSpPr>
      <dsp:spPr>
        <a:xfrm>
          <a:off x="459622" y="4141047"/>
          <a:ext cx="835676" cy="83567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07DB42-8592-4DE0-BA80-8E78F40D49B0}">
      <dsp:nvSpPr>
        <dsp:cNvPr id="0" name=""/>
        <dsp:cNvSpPr/>
      </dsp:nvSpPr>
      <dsp:spPr>
        <a:xfrm>
          <a:off x="1754920" y="3799179"/>
          <a:ext cx="4134765" cy="1519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804" tIns="160804" rIns="160804" bIns="160804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700" kern="1200" dirty="0">
              <a:solidFill>
                <a:schemeClr val="tx1"/>
              </a:solidFill>
              <a:latin typeface="Biome Light" panose="020B0303030204020804" pitchFamily="34" charset="0"/>
              <a:cs typeface="Biome Light" panose="020B0303030204020804" pitchFamily="34" charset="0"/>
            </a:rPr>
            <a:t>Layout completo da página web, bem como na aplicação móvel</a:t>
          </a:r>
          <a:endParaRPr lang="en-US" sz="1700" kern="1200" dirty="0">
            <a:solidFill>
              <a:schemeClr val="tx1"/>
            </a:solidFill>
            <a:latin typeface="Biome Light" panose="020B0303030204020804" pitchFamily="34" charset="0"/>
            <a:cs typeface="Biome Light" panose="020B0303030204020804" pitchFamily="34" charset="0"/>
          </a:endParaRPr>
        </a:p>
      </dsp:txBody>
      <dsp:txXfrm>
        <a:off x="1754920" y="3799179"/>
        <a:ext cx="4134765" cy="15194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>
            <a:extLst>
              <a:ext uri="{FF2B5EF4-FFF2-40B4-BE49-F238E27FC236}">
                <a16:creationId xmlns:a16="http://schemas.microsoft.com/office/drawing/2014/main" id="{F69D49CD-E527-4794-9404-58BB31BAEC8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20F97E5F-B946-4472-A77C-21A1D9D262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882547-7B6B-40FB-80CB-8198FD76BC1F}" type="datetimeFigureOut">
              <a:rPr lang="pt-PT" smtClean="0"/>
              <a:t>23/02/2022</a:t>
            </a:fld>
            <a:endParaRPr lang="pt-PT" dirty="0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668F31FE-4A63-4290-AC03-0EDC91F8881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245C24B8-A464-4352-94E6-55FAF7E909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8AA905-841C-4FBF-A25A-97D00EC455E1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0126754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249111-E3AA-4179-BD40-1F4CCA19823C}" type="datetimeFigureOut">
              <a:rPr lang="pt-PT" smtClean="0"/>
              <a:t>23/02/2022</a:t>
            </a:fld>
            <a:endParaRPr lang="pt-PT" dirty="0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 dirty="0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 dirty="0"/>
              <a:t>Editar os estilos de texto do Modelo Global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5C9851-EC48-40A2-88FA-F7990EC8CF62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921134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5C9851-EC48-40A2-88FA-F7990EC8CF62}" type="slidenum">
              <a:rPr lang="pt-PT" smtClean="0"/>
              <a:t>1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6584082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5C9851-EC48-40A2-88FA-F7990EC8CF62}" type="slidenum">
              <a:rPr lang="pt-PT" smtClean="0"/>
              <a:t>2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7481123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5C9851-EC48-40A2-88FA-F7990EC8CF62}" type="slidenum">
              <a:rPr lang="pt-PT" smtClean="0"/>
              <a:t>3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2478445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5C9851-EC48-40A2-88FA-F7990EC8CF62}" type="slidenum">
              <a:rPr lang="pt-PT" smtClean="0"/>
              <a:t>4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9883357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5C9851-EC48-40A2-88FA-F7990EC8CF62}" type="slidenum">
              <a:rPr lang="pt-PT" smtClean="0"/>
              <a:t>5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5569511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5C9851-EC48-40A2-88FA-F7990EC8CF62}" type="slidenum">
              <a:rPr lang="pt-PT" smtClean="0"/>
              <a:t>6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2919622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5C9851-EC48-40A2-88FA-F7990EC8CF62}" type="slidenum">
              <a:rPr lang="pt-PT" smtClean="0"/>
              <a:t>7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9868494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5C9851-EC48-40A2-88FA-F7990EC8CF62}" type="slidenum">
              <a:rPr lang="pt-PT" smtClean="0"/>
              <a:t>8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8168972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5C9851-EC48-40A2-88FA-F7990EC8CF62}" type="slidenum">
              <a:rPr lang="pt-PT" smtClean="0"/>
              <a:t>9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898287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pPr rtl="0"/>
            <a:fld id="{CF815C16-D7DF-4B9D-BF53-4ED8CC188C5A}" type="datetime1">
              <a:rPr lang="pt-PT" smtClean="0"/>
              <a:t>23/02/2022</a:t>
            </a:fld>
            <a:endParaRPr lang="pt-P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pPr rtl="0"/>
            <a:r>
              <a:rPr lang="pt-PT"/>
              <a:t>
              </a:t>
            </a:r>
            <a:endParaRPr lang="pt-P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pPr rtl="0"/>
            <a:fld id="{6D22F896-40B5-4ADD-8801-0D06FADFA095}" type="slidenum">
              <a:rPr lang="pt-PT" smtClean="0"/>
              <a:pPr rtl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85326604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F815C16-D7DF-4B9D-BF53-4ED8CC188C5A}" type="datetime1">
              <a:rPr lang="pt-PT" smtClean="0"/>
              <a:t>23/02/2022</a:t>
            </a:fld>
            <a:endParaRPr lang="pt-P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PT"/>
              <a:t>
              </a:t>
            </a:r>
            <a:endParaRPr lang="pt-P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pt-PT" smtClean="0"/>
              <a:pPr rtl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31539434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F815C16-D7DF-4B9D-BF53-4ED8CC188C5A}" type="datetime1">
              <a:rPr lang="pt-PT" smtClean="0"/>
              <a:t>23/02/2022</a:t>
            </a:fld>
            <a:endParaRPr lang="pt-P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PT"/>
              <a:t>
              </a:t>
            </a:r>
            <a:endParaRPr lang="pt-P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pt-PT" smtClean="0"/>
              <a:pPr rtl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75746653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F815C16-D7DF-4B9D-BF53-4ED8CC188C5A}" type="datetime1">
              <a:rPr lang="pt-PT" smtClean="0"/>
              <a:t>23/02/2022</a:t>
            </a:fld>
            <a:endParaRPr lang="pt-PT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PT"/>
              <a:t>
              </a:t>
            </a:r>
            <a:endParaRPr lang="pt-PT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pt-PT" smtClean="0"/>
              <a:pPr rtl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06458205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F815C16-D7DF-4B9D-BF53-4ED8CC188C5A}" type="datetime1">
              <a:rPr lang="pt-PT" smtClean="0"/>
              <a:t>23/02/2022</a:t>
            </a:fld>
            <a:endParaRPr lang="pt-PT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PT"/>
              <a:t>
              </a:t>
            </a:r>
            <a:endParaRPr lang="pt-PT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pt-PT" smtClean="0"/>
              <a:pPr rtl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52001189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F815C16-D7DF-4B9D-BF53-4ED8CC188C5A}" type="datetime1">
              <a:rPr lang="pt-PT" smtClean="0"/>
              <a:t>23/02/2022</a:t>
            </a:fld>
            <a:endParaRPr lang="pt-PT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PT"/>
              <a:t>
              </a:t>
            </a:r>
            <a:endParaRPr lang="pt-PT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pt-PT" smtClean="0"/>
              <a:pPr rtl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26171369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F815C16-D7DF-4B9D-BF53-4ED8CC188C5A}" type="datetime1">
              <a:rPr lang="pt-PT" smtClean="0"/>
              <a:t>23/02/2022</a:t>
            </a:fld>
            <a:endParaRPr lang="pt-PT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PT"/>
              <a:t>
              </a:t>
            </a:r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pt-PT" smtClean="0"/>
              <a:pPr rtl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5398208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F815C16-D7DF-4B9D-BF53-4ED8CC188C5A}" type="datetime1">
              <a:rPr lang="pt-PT" smtClean="0"/>
              <a:t>23/02/2022</a:t>
            </a:fld>
            <a:endParaRPr lang="pt-PT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PT"/>
              <a:t>
              </a:t>
            </a:r>
            <a:endParaRPr lang="pt-PT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pt-PT" smtClean="0"/>
              <a:pPr rtl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98871986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F815C16-D7DF-4B9D-BF53-4ED8CC188C5A}" type="datetime1">
              <a:rPr lang="pt-PT" smtClean="0"/>
              <a:t>23/02/2022</a:t>
            </a:fld>
            <a:endParaRPr lang="pt-PT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PT"/>
              <a:t>
              </a:t>
            </a:r>
            <a:endParaRPr lang="pt-PT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pt-PT" smtClean="0"/>
              <a:pPr rtl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48774385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F815C16-D7DF-4B9D-BF53-4ED8CC188C5A}" type="datetime1">
              <a:rPr lang="pt-PT" smtClean="0"/>
              <a:t>23/02/2022</a:t>
            </a:fld>
            <a:endParaRPr lang="pt-PT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PT"/>
              <a:t>
              </a:t>
            </a:r>
            <a:endParaRPr lang="pt-PT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pt-PT" smtClean="0"/>
              <a:pPr rtl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16451929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F815C16-D7DF-4B9D-BF53-4ED8CC188C5A}" type="datetime1">
              <a:rPr lang="pt-PT" smtClean="0"/>
              <a:t>23/02/2022</a:t>
            </a:fld>
            <a:endParaRPr lang="pt-PT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PT"/>
              <a:t>
              </a:t>
            </a:r>
            <a:endParaRPr lang="pt-PT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pt-PT" smtClean="0"/>
              <a:pPr rtl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93950847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F815C16-D7DF-4B9D-BF53-4ED8CC188C5A}" type="datetime1">
              <a:rPr lang="pt-PT" smtClean="0"/>
              <a:t>23/02/2022</a:t>
            </a:fld>
            <a:endParaRPr lang="pt-PT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PT"/>
              <a:t>
              </a:t>
            </a:r>
            <a:endParaRPr lang="pt-PT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pt-PT" smtClean="0"/>
              <a:pPr rtl="0"/>
              <a:t>‹#›</a:t>
            </a:fld>
            <a:endParaRPr lang="pt-PT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1237848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F815C16-D7DF-4B9D-BF53-4ED8CC188C5A}" type="datetime1">
              <a:rPr lang="pt-PT" smtClean="0"/>
              <a:t>23/02/2022</a:t>
            </a:fld>
            <a:endParaRPr lang="pt-PT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PT"/>
              <a:t>
              </a:t>
            </a:r>
            <a:endParaRPr lang="pt-PT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pt-PT" smtClean="0"/>
              <a:pPr rtl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58002141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F815C16-D7DF-4B9D-BF53-4ED8CC188C5A}" type="datetime1">
              <a:rPr lang="pt-PT" smtClean="0"/>
              <a:t>23/02/2022</a:t>
            </a:fld>
            <a:endParaRPr lang="pt-PT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PT"/>
              <a:t>
              </a:t>
            </a:r>
            <a:endParaRPr lang="pt-PT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pt-PT" smtClean="0"/>
              <a:pPr rtl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72030555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F815C16-D7DF-4B9D-BF53-4ED8CC188C5A}" type="datetime1">
              <a:rPr lang="pt-PT" smtClean="0"/>
              <a:t>23/02/2022</a:t>
            </a:fld>
            <a:endParaRPr lang="pt-PT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PT"/>
              <a:t>
              </a:t>
            </a:r>
            <a:endParaRPr lang="pt-PT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pt-PT" smtClean="0"/>
              <a:pPr rtl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70285407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F815C16-D7DF-4B9D-BF53-4ED8CC188C5A}" type="datetime1">
              <a:rPr lang="pt-PT" smtClean="0"/>
              <a:t>23/02/2022</a:t>
            </a:fld>
            <a:endParaRPr lang="pt-P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PT"/>
              <a:t>
              </a:t>
            </a:r>
            <a:endParaRPr lang="pt-P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pt-PT" smtClean="0"/>
              <a:pPr rtl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65674597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F815C16-D7DF-4B9D-BF53-4ED8CC188C5A}" type="datetime1">
              <a:rPr lang="pt-PT" smtClean="0"/>
              <a:t>23/02/2022</a:t>
            </a:fld>
            <a:endParaRPr lang="pt-P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PT"/>
              <a:t>
              </a:t>
            </a:r>
            <a:endParaRPr lang="pt-P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pt-PT" smtClean="0"/>
              <a:pPr rtl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290633018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CF815C16-D7DF-4B9D-BF53-4ED8CC188C5A}" type="datetime1">
              <a:rPr lang="pt-PT" smtClean="0"/>
              <a:t>23/02/2022</a:t>
            </a:fld>
            <a:endParaRPr lang="pt-P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PT"/>
              <a:t>
              </a:t>
            </a:r>
            <a:endParaRPr lang="pt-P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6D22F896-40B5-4ADD-8801-0D06FADFA095}" type="slidenum">
              <a:rPr lang="pt-PT" smtClean="0"/>
              <a:pPr rtl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4282605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9000"/>
            <a:lum/>
          </a:blip>
          <a:srcRect/>
          <a:stretch>
            <a:fillRect l="-21000" r="-2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E78D6-F072-48E7-8270-20EFBDD26F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6224" y="2544947"/>
            <a:ext cx="2957573" cy="1198249"/>
          </a:xfrm>
          <a:prstGeom prst="parallelogram">
            <a:avLst>
              <a:gd name="adj" fmla="val 0"/>
            </a:avLst>
          </a:prstGeom>
        </p:spPr>
        <p:txBody>
          <a:bodyPr lIns="0" rIns="0" rtlCol="0">
            <a:normAutofit/>
          </a:bodyPr>
          <a:lstStyle/>
          <a:p>
            <a:pPr rtl="0"/>
            <a:r>
              <a:rPr lang="pt-PT" sz="4800" b="1" cap="none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iome" panose="020B0502040204020203" pitchFamily="34" charset="0"/>
                <a:cs typeface="Biome" panose="020B0502040204020203" pitchFamily="34" charset="0"/>
              </a:rPr>
              <a:t>Workr</a:t>
            </a:r>
            <a:endParaRPr lang="pt-PT" sz="4800" b="1" cap="none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Biome" panose="020B0502040204020203" pitchFamily="34" charset="0"/>
              <a:cs typeface="Biome" panose="020B0502040204020203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C7BD98-5486-489C-BAA0-A69CEFF691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91525" y="3537563"/>
            <a:ext cx="8286075" cy="414413"/>
          </a:xfrm>
          <a:prstGeom prst="parallelogram">
            <a:avLst>
              <a:gd name="adj" fmla="val 100759"/>
            </a:avLst>
          </a:prstGeom>
        </p:spPr>
        <p:txBody>
          <a:bodyPr lIns="0" rIns="0" rtlCol="0">
            <a:normAutofit fontScale="85000" lnSpcReduction="20000"/>
          </a:bodyPr>
          <a:lstStyle/>
          <a:p>
            <a:pPr rtl="0">
              <a:lnSpc>
                <a:spcPct val="110000"/>
              </a:lnSpc>
            </a:pPr>
            <a:r>
              <a:rPr lang="pt-PT" b="1" cap="none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Biome Light" panose="020B0502040204020203" pitchFamily="34" charset="0"/>
                <a:cs typeface="Biome Light" panose="020B0502040204020203" pitchFamily="34" charset="0"/>
              </a:rPr>
              <a:t>De desenvolvedores para desenvolvedores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5810735-54C3-491C-AA53-2BEECE1F20B6}"/>
              </a:ext>
            </a:extLst>
          </p:cNvPr>
          <p:cNvSpPr txBox="1"/>
          <p:nvPr/>
        </p:nvSpPr>
        <p:spPr>
          <a:xfrm>
            <a:off x="7673797" y="5737299"/>
            <a:ext cx="45182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iome Light" panose="020B0303030204020804" pitchFamily="34" charset="0"/>
                <a:cs typeface="Biome Light" panose="020B0303030204020804" pitchFamily="34" charset="0"/>
              </a:rPr>
              <a:t>Projeto</a:t>
            </a:r>
            <a:r>
              <a:rPr lang="en-GB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iome Light" panose="020B0303030204020804" pitchFamily="34" charset="0"/>
                <a:cs typeface="Biome Light" panose="020B0303030204020804" pitchFamily="34" charset="0"/>
              </a:rPr>
              <a:t> </a:t>
            </a:r>
            <a:r>
              <a:rPr lang="en-GB" sz="1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iome Light" panose="020B0303030204020804" pitchFamily="34" charset="0"/>
                <a:cs typeface="Biome Light" panose="020B0303030204020804" pitchFamily="34" charset="0"/>
              </a:rPr>
              <a:t>em</a:t>
            </a:r>
            <a:r>
              <a:rPr lang="en-GB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iome Light" panose="020B0303030204020804" pitchFamily="34" charset="0"/>
                <a:cs typeface="Biome Light" panose="020B0303030204020804" pitchFamily="34" charset="0"/>
              </a:rPr>
              <a:t> </a:t>
            </a:r>
            <a:r>
              <a:rPr lang="en-GB" sz="1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iome Light" panose="020B0303030204020804" pitchFamily="34" charset="0"/>
                <a:cs typeface="Biome Light" panose="020B0303030204020804" pitchFamily="34" charset="0"/>
              </a:rPr>
              <a:t>Sistemas</a:t>
            </a:r>
            <a:r>
              <a:rPr lang="en-GB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iome Light" panose="020B0303030204020804" pitchFamily="34" charset="0"/>
                <a:cs typeface="Biome Light" panose="020B0303030204020804" pitchFamily="34" charset="0"/>
              </a:rPr>
              <a:t> de </a:t>
            </a:r>
            <a:r>
              <a:rPr lang="en-GB" sz="1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iome Light" panose="020B0303030204020804" pitchFamily="34" charset="0"/>
                <a:cs typeface="Biome Light" panose="020B0303030204020804" pitchFamily="34" charset="0"/>
              </a:rPr>
              <a:t>Informação</a:t>
            </a:r>
            <a:r>
              <a:rPr lang="en-GB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iome Light" panose="020B0303030204020804" pitchFamily="34" charset="0"/>
                <a:cs typeface="Biome Light" panose="020B0303030204020804" pitchFamily="34" charset="0"/>
              </a:rPr>
              <a:t> </a:t>
            </a:r>
            <a:r>
              <a:rPr lang="en-GB" sz="1400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– </a:t>
            </a:r>
            <a:r>
              <a:rPr lang="en-GB" sz="1400" dirty="0" err="1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Docente</a:t>
            </a:r>
            <a:r>
              <a:rPr lang="en-GB" sz="1400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: </a:t>
            </a:r>
            <a:r>
              <a:rPr lang="en-GB" sz="1400" dirty="0" err="1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Sílvio</a:t>
            </a:r>
            <a:r>
              <a:rPr lang="en-GB" sz="1400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Priem</a:t>
            </a:r>
            <a:r>
              <a:rPr lang="en-GB" sz="1400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 Mendes – TESP</a:t>
            </a:r>
            <a:r>
              <a:rPr lang="en-GB" sz="1400" b="1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: </a:t>
            </a:r>
            <a:r>
              <a:rPr lang="en-GB" sz="1400" b="1" dirty="0" err="1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Programação</a:t>
            </a:r>
            <a:r>
              <a:rPr lang="en-GB" sz="1400" b="1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 de </a:t>
            </a:r>
            <a:r>
              <a:rPr lang="en-GB" sz="1400" b="1" dirty="0" err="1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Sistemas</a:t>
            </a:r>
            <a:r>
              <a:rPr lang="en-GB" sz="1400" b="1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 de </a:t>
            </a:r>
            <a:r>
              <a:rPr lang="en-GB" sz="1400" b="1" dirty="0" err="1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Informação</a:t>
            </a:r>
            <a:r>
              <a:rPr lang="en-GB" sz="1400" b="1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 </a:t>
            </a:r>
            <a:r>
              <a:rPr lang="en-GB" sz="1400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– 2º. </a:t>
            </a:r>
            <a:r>
              <a:rPr lang="en-GB" sz="1400" dirty="0" err="1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Ano</a:t>
            </a:r>
            <a:r>
              <a:rPr lang="en-GB" sz="1400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 - </a:t>
            </a:r>
            <a:r>
              <a:rPr lang="en-GB" sz="1400" b="1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2021/22</a:t>
            </a:r>
            <a:br>
              <a:rPr lang="en-GB" dirty="0">
                <a:solidFill>
                  <a:schemeClr val="bg1"/>
                </a:solidFill>
              </a:rPr>
            </a:b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328B704-D7FE-4ABE-89D4-E03E8A840353}"/>
              </a:ext>
            </a:extLst>
          </p:cNvPr>
          <p:cNvSpPr txBox="1"/>
          <p:nvPr/>
        </p:nvSpPr>
        <p:spPr>
          <a:xfrm>
            <a:off x="5791753" y="6524282"/>
            <a:ext cx="6400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b="1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Discentes</a:t>
            </a:r>
            <a:r>
              <a:rPr lang="pt-PT" sz="1200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: </a:t>
            </a:r>
            <a:r>
              <a:rPr lang="pt-PT" sz="1200" dirty="0" err="1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Jason</a:t>
            </a:r>
            <a:r>
              <a:rPr lang="pt-PT" sz="1200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 Vieira Mendes, nº. 2180601; Tiago João Ruivo Ramos, nº. 2180689</a:t>
            </a:r>
            <a:endParaRPr lang="en-GB" sz="1200" dirty="0">
              <a:solidFill>
                <a:schemeClr val="bg1"/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pic>
        <p:nvPicPr>
          <p:cNvPr id="1026" name="Picture 2" descr="Resultado de imagem para ipl logotipo">
            <a:extLst>
              <a:ext uri="{FF2B5EF4-FFF2-40B4-BE49-F238E27FC236}">
                <a16:creationId xmlns:a16="http://schemas.microsoft.com/office/drawing/2014/main" id="{C9B3BD2D-3AC3-48B0-9B41-5899EC72A5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1092" y="-89699"/>
            <a:ext cx="1230908" cy="1579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4050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B91C57-2090-466E-B05A-DA2821356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8352" y="735871"/>
            <a:ext cx="4127721" cy="695765"/>
          </a:xfrm>
          <a:prstGeom prst="parallelogram">
            <a:avLst>
              <a:gd name="adj" fmla="val 99596"/>
            </a:avLst>
          </a:prstGeom>
          <a:solidFill>
            <a:schemeClr val="tx1">
              <a:alpha val="20000"/>
            </a:schemeClr>
          </a:solidFill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l" rtl="0"/>
            <a:r>
              <a:rPr lang="pt-PT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Tópicos</a:t>
            </a:r>
          </a:p>
        </p:txBody>
      </p:sp>
      <p:graphicFrame>
        <p:nvGraphicFramePr>
          <p:cNvPr id="5" name="Marcador de Posição de Conteúdo 2" descr="Ícone de Marcas de Lista">
            <a:extLst>
              <a:ext uri="{FF2B5EF4-FFF2-40B4-BE49-F238E27FC236}">
                <a16:creationId xmlns:a16="http://schemas.microsoft.com/office/drawing/2014/main" id="{ACE5AD74-04D5-49BC-88CF-B67398F8B4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7166166"/>
              </p:ext>
            </p:extLst>
          </p:nvPr>
        </p:nvGraphicFramePr>
        <p:xfrm>
          <a:off x="44693" y="2643484"/>
          <a:ext cx="12712408" cy="26543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25124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904461-E85A-43E7-AA0B-B7DF596CA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42" y="755916"/>
            <a:ext cx="5863515" cy="1876752"/>
          </a:xfrm>
          <a:prstGeom prst="parallelogram">
            <a:avLst>
              <a:gd name="adj" fmla="val 102136"/>
            </a:avLst>
          </a:prstGeom>
          <a:solidFill>
            <a:schemeClr val="tx1">
              <a:alpha val="10000"/>
            </a:schemeClr>
          </a:solidFill>
        </p:spPr>
        <p:txBody>
          <a:bodyPr lIns="504000" tIns="108000" rtlCol="0" anchor="ctr">
            <a:noAutofit/>
          </a:bodyPr>
          <a:lstStyle/>
          <a:p>
            <a:pPr algn="l" rtl="0"/>
            <a:r>
              <a:rPr lang="pt-PT" sz="3600" b="1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Objetivo</a:t>
            </a:r>
            <a:br>
              <a:rPr lang="pt-PT" sz="3600" b="1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</a:br>
            <a:r>
              <a:rPr lang="pt-PT" sz="3600" b="1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do projeto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BBDDBE1-00CD-4A90-9BA9-5E79F6C6F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377" y="1974771"/>
            <a:ext cx="4352643" cy="4754740"/>
          </a:xfrm>
        </p:spPr>
        <p:txBody>
          <a:bodyPr rtlCol="0">
            <a:normAutofit/>
          </a:bodyPr>
          <a:lstStyle/>
          <a:p>
            <a:pPr marL="0" indent="0" algn="ctr">
              <a:buNone/>
            </a:pPr>
            <a:endParaRPr lang="pt-PT" sz="1850" dirty="0">
              <a:latin typeface="Biome Light" panose="020B0303030204020804" pitchFamily="34" charset="0"/>
              <a:cs typeface="Biome Light" panose="020B0303030204020804" pitchFamily="34" charset="0"/>
            </a:endParaRPr>
          </a:p>
          <a:p>
            <a:pPr marL="0" indent="0" algn="ctr">
              <a:buNone/>
            </a:pPr>
            <a:r>
              <a:rPr lang="pt-PT" sz="1850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Criação de uma plataforma onde desenvolvedores de Software podem procurar pequenas tarefas em Empresas fora do seu local de trabalho para um salário extra</a:t>
            </a:r>
          </a:p>
          <a:p>
            <a:endParaRPr lang="pt-PT" sz="1800" dirty="0"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54BC298-FAD4-40A4-BC97-A413FB00DA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87588" y="2139100"/>
            <a:ext cx="9664552" cy="4866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044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904461-E85A-43E7-AA0B-B7DF596CA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832" y="755916"/>
            <a:ext cx="5863515" cy="1876752"/>
          </a:xfrm>
          <a:prstGeom prst="parallelogram">
            <a:avLst>
              <a:gd name="adj" fmla="val 102136"/>
            </a:avLst>
          </a:prstGeom>
          <a:solidFill>
            <a:schemeClr val="tx1">
              <a:alpha val="10000"/>
            </a:schemeClr>
          </a:solidFill>
        </p:spPr>
        <p:txBody>
          <a:bodyPr lIns="504000" tIns="108000" rtlCol="0" anchor="ctr">
            <a:noAutofit/>
          </a:bodyPr>
          <a:lstStyle/>
          <a:p>
            <a:pPr algn="l" rtl="0"/>
            <a:r>
              <a:rPr lang="pt-PT" sz="2700" b="1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Dados Para a Aplicação móvel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BBDDBE1-00CD-4A90-9BA9-5E79F6C6F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851" y="2639455"/>
            <a:ext cx="4493281" cy="4406717"/>
          </a:xfrm>
        </p:spPr>
        <p:txBody>
          <a:bodyPr rtlCol="0">
            <a:normAutofit/>
          </a:bodyPr>
          <a:lstStyle/>
          <a:p>
            <a:pPr marL="0" indent="0" algn="ctr">
              <a:buNone/>
            </a:pPr>
            <a:endParaRPr lang="pt-PT" sz="1700" dirty="0">
              <a:solidFill>
                <a:schemeClr val="bg1"/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  <a:p>
            <a:pPr lvl="1"/>
            <a:r>
              <a:rPr lang="pt-PT" sz="1500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Enviar dados do utilizador;</a:t>
            </a:r>
          </a:p>
          <a:p>
            <a:pPr lvl="1"/>
            <a:r>
              <a:rPr lang="pt-PT" sz="1500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Login;</a:t>
            </a:r>
          </a:p>
          <a:p>
            <a:pPr lvl="1"/>
            <a:r>
              <a:rPr lang="pt-PT" sz="1500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Enviar as empresas disponíveis;</a:t>
            </a:r>
          </a:p>
          <a:p>
            <a:pPr lvl="1"/>
            <a:r>
              <a:rPr lang="pt-PT" sz="1500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Enviar os </a:t>
            </a:r>
            <a:r>
              <a:rPr lang="pt-PT" sz="1500" dirty="0" err="1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CVs</a:t>
            </a:r>
            <a:r>
              <a:rPr lang="pt-PT" sz="1500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 do utilizador;</a:t>
            </a:r>
          </a:p>
          <a:p>
            <a:pPr lvl="1"/>
            <a:r>
              <a:rPr lang="pt-PT" sz="1500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Enviar dados de Candidatura;</a:t>
            </a:r>
          </a:p>
          <a:p>
            <a:pPr lvl="1"/>
            <a:endParaRPr lang="pt-PT" sz="1500" dirty="0">
              <a:solidFill>
                <a:schemeClr val="bg1"/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  <a:p>
            <a:endParaRPr lang="pt-PT" sz="1800" dirty="0"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3BF8B13-9D50-4449-974A-01E0C5A58414}"/>
              </a:ext>
            </a:extLst>
          </p:cNvPr>
          <p:cNvSpPr txBox="1"/>
          <p:nvPr/>
        </p:nvSpPr>
        <p:spPr>
          <a:xfrm>
            <a:off x="5670577" y="724417"/>
            <a:ext cx="63098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4000" b="1" dirty="0">
                <a:ln w="9525">
                  <a:solidFill>
                    <a:schemeClr val="accent6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iome" panose="020B0503030204020804" pitchFamily="34" charset="0"/>
                <a:cs typeface="Biome" panose="020B0503030204020804" pitchFamily="34" charset="0"/>
              </a:rPr>
              <a:t>FUNCIONALIDADE </a:t>
            </a:r>
          </a:p>
          <a:p>
            <a:pPr algn="r"/>
            <a:r>
              <a:rPr lang="en-GB" sz="4000" b="1" dirty="0">
                <a:ln w="9525">
                  <a:solidFill>
                    <a:schemeClr val="accent6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iome" panose="020B0503030204020804" pitchFamily="34" charset="0"/>
                <a:cs typeface="Biome" panose="020B0503030204020804" pitchFamily="34" charset="0"/>
              </a:rPr>
              <a:t>DE API</a:t>
            </a:r>
          </a:p>
        </p:txBody>
      </p:sp>
      <p:pic>
        <p:nvPicPr>
          <p:cNvPr id="7" name="Picture 6" descr="A picture containing icon&#10;&#10;Description automatically generated">
            <a:extLst>
              <a:ext uri="{FF2B5EF4-FFF2-40B4-BE49-F238E27FC236}">
                <a16:creationId xmlns:a16="http://schemas.microsoft.com/office/drawing/2014/main" id="{3CB19F02-9B03-4A9D-8283-D9043B7C4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4132" y="2322378"/>
            <a:ext cx="6148718" cy="4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553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904461-E85A-43E7-AA0B-B7DF596CA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832" y="755916"/>
            <a:ext cx="5863515" cy="1876752"/>
          </a:xfrm>
          <a:prstGeom prst="parallelogram">
            <a:avLst>
              <a:gd name="adj" fmla="val 102136"/>
            </a:avLst>
          </a:prstGeom>
          <a:solidFill>
            <a:schemeClr val="tx1">
              <a:alpha val="10000"/>
            </a:schemeClr>
          </a:solidFill>
        </p:spPr>
        <p:txBody>
          <a:bodyPr lIns="504000" tIns="108000" rtlCol="0" anchor="ctr">
            <a:noAutofit/>
          </a:bodyPr>
          <a:lstStyle/>
          <a:p>
            <a:pPr algn="l" rtl="0"/>
            <a:r>
              <a:rPr lang="pt-PT" sz="2700" b="1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Para o Prestador de Serviços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BBDDBE1-00CD-4A90-9BA9-5E79F6C6F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851" y="2639455"/>
            <a:ext cx="4493281" cy="4406717"/>
          </a:xfrm>
        </p:spPr>
        <p:txBody>
          <a:bodyPr rtlCol="0">
            <a:normAutofit/>
          </a:bodyPr>
          <a:lstStyle/>
          <a:p>
            <a:pPr marL="0" indent="0" algn="ctr">
              <a:buNone/>
            </a:pPr>
            <a:endParaRPr lang="pt-PT" sz="1700" dirty="0">
              <a:solidFill>
                <a:schemeClr val="bg1"/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  <a:p>
            <a:pPr lvl="1"/>
            <a:r>
              <a:rPr lang="pt-PT" sz="1500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Registo e Autenticação;</a:t>
            </a:r>
          </a:p>
          <a:p>
            <a:pPr lvl="1"/>
            <a:r>
              <a:rPr lang="pt-PT" sz="1500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Visualização do perfil;</a:t>
            </a:r>
          </a:p>
          <a:p>
            <a:pPr lvl="1"/>
            <a:r>
              <a:rPr lang="pt-PT" sz="1500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Candidatar-se a uma empresa;</a:t>
            </a:r>
          </a:p>
          <a:p>
            <a:pPr lvl="1"/>
            <a:r>
              <a:rPr lang="pt-PT" sz="1500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Filtrar empresas de acordo com Localidade;</a:t>
            </a:r>
          </a:p>
          <a:p>
            <a:pPr lvl="1"/>
            <a:r>
              <a:rPr lang="pt-PT" sz="1500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Criar CV;</a:t>
            </a:r>
          </a:p>
          <a:p>
            <a:pPr lvl="1"/>
            <a:r>
              <a:rPr lang="pt-PT" sz="1500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Feedback a empresas;</a:t>
            </a:r>
          </a:p>
          <a:p>
            <a:pPr lvl="1"/>
            <a:r>
              <a:rPr lang="pt-PT" sz="1500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Criar Disputas;</a:t>
            </a:r>
          </a:p>
          <a:p>
            <a:pPr lvl="1"/>
            <a:endParaRPr lang="pt-PT" sz="1500" dirty="0">
              <a:solidFill>
                <a:schemeClr val="bg1"/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  <a:p>
            <a:pPr lvl="1"/>
            <a:endParaRPr lang="pt-PT" sz="1500" dirty="0">
              <a:solidFill>
                <a:schemeClr val="bg1"/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  <a:p>
            <a:pPr lvl="1"/>
            <a:endParaRPr lang="pt-PT" sz="1500" dirty="0">
              <a:solidFill>
                <a:schemeClr val="bg1"/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3BF8B13-9D50-4449-974A-01E0C5A58414}"/>
              </a:ext>
            </a:extLst>
          </p:cNvPr>
          <p:cNvSpPr txBox="1"/>
          <p:nvPr/>
        </p:nvSpPr>
        <p:spPr>
          <a:xfrm>
            <a:off x="5670577" y="724417"/>
            <a:ext cx="63098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4000" b="1" dirty="0">
                <a:ln w="9525">
                  <a:solidFill>
                    <a:schemeClr val="accent6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iome" panose="020B0503030204020804" pitchFamily="34" charset="0"/>
                <a:cs typeface="Biome" panose="020B0503030204020804" pitchFamily="34" charset="0"/>
              </a:rPr>
              <a:t>FUNCIONALIDADE </a:t>
            </a:r>
          </a:p>
          <a:p>
            <a:pPr algn="r"/>
            <a:r>
              <a:rPr lang="en-GB" sz="4000" b="1" dirty="0">
                <a:ln w="9525">
                  <a:solidFill>
                    <a:schemeClr val="accent6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iome" panose="020B0503030204020804" pitchFamily="34" charset="0"/>
                <a:cs typeface="Biome" panose="020B0503030204020804" pitchFamily="34" charset="0"/>
              </a:rPr>
              <a:t>DE WEB</a:t>
            </a:r>
          </a:p>
        </p:txBody>
      </p:sp>
      <p:pic>
        <p:nvPicPr>
          <p:cNvPr id="9" name="Picture 8" descr="A picture containing diagram&#10;&#10;Description automatically generated">
            <a:extLst>
              <a:ext uri="{FF2B5EF4-FFF2-40B4-BE49-F238E27FC236}">
                <a16:creationId xmlns:a16="http://schemas.microsoft.com/office/drawing/2014/main" id="{7B1E3E89-B02D-4416-BD24-ED573C7382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7614" y="1386136"/>
            <a:ext cx="5468511" cy="5436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367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904461-E85A-43E7-AA0B-B7DF596CA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16" y="726788"/>
            <a:ext cx="6404559" cy="1876752"/>
          </a:xfrm>
          <a:prstGeom prst="parallelogram">
            <a:avLst>
              <a:gd name="adj" fmla="val 102136"/>
            </a:avLst>
          </a:prstGeom>
          <a:solidFill>
            <a:schemeClr val="tx1">
              <a:alpha val="10000"/>
            </a:schemeClr>
          </a:solidFill>
        </p:spPr>
        <p:txBody>
          <a:bodyPr lIns="504000" tIns="108000" rtlCol="0" anchor="ctr">
            <a:noAutofit/>
          </a:bodyPr>
          <a:lstStyle/>
          <a:p>
            <a:pPr algn="l" rtl="0"/>
            <a:r>
              <a:rPr lang="pt-PT" sz="3200" b="1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Para o Contratante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BBDDBE1-00CD-4A90-9BA9-5E79F6C6F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084" y="2747359"/>
            <a:ext cx="4493281" cy="4406717"/>
          </a:xfrm>
        </p:spPr>
        <p:txBody>
          <a:bodyPr rtlCol="0">
            <a:normAutofit/>
          </a:bodyPr>
          <a:lstStyle/>
          <a:p>
            <a:pPr lvl="1"/>
            <a:r>
              <a:rPr lang="pt-PT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Registo e Autenticação;</a:t>
            </a:r>
          </a:p>
          <a:p>
            <a:pPr lvl="1"/>
            <a:r>
              <a:rPr lang="pt-PT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Visualização do perfil;</a:t>
            </a:r>
          </a:p>
          <a:p>
            <a:pPr lvl="1"/>
            <a:r>
              <a:rPr lang="pt-PT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Calendário de Entrevistas;</a:t>
            </a:r>
          </a:p>
          <a:p>
            <a:pPr lvl="1"/>
            <a:r>
              <a:rPr lang="pt-PT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Criar Pagamentos;</a:t>
            </a:r>
          </a:p>
          <a:p>
            <a:pPr lvl="1"/>
            <a:r>
              <a:rPr lang="pt-PT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Classificar Prestadores de Serviços;</a:t>
            </a:r>
          </a:p>
          <a:p>
            <a:pPr lvl="1"/>
            <a:r>
              <a:rPr lang="pt-PT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Atribuir Serviços;</a:t>
            </a:r>
          </a:p>
          <a:p>
            <a:pPr lvl="1"/>
            <a:r>
              <a:rPr lang="pt-PT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Aceitar ou Rejeitar Candidaturas;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3BF8B13-9D50-4449-974A-01E0C5A58414}"/>
              </a:ext>
            </a:extLst>
          </p:cNvPr>
          <p:cNvSpPr txBox="1"/>
          <p:nvPr/>
        </p:nvSpPr>
        <p:spPr>
          <a:xfrm>
            <a:off x="5670577" y="724417"/>
            <a:ext cx="63098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4000" b="1" dirty="0">
                <a:ln w="9525">
                  <a:solidFill>
                    <a:schemeClr val="accent6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iome" panose="020B0503030204020804" pitchFamily="34" charset="0"/>
                <a:cs typeface="Biome" panose="020B0503030204020804" pitchFamily="34" charset="0"/>
              </a:rPr>
              <a:t>FUNCIONALIDADE </a:t>
            </a:r>
          </a:p>
          <a:p>
            <a:pPr algn="r"/>
            <a:r>
              <a:rPr lang="en-GB" sz="4000" b="1" dirty="0">
                <a:ln w="9525">
                  <a:solidFill>
                    <a:schemeClr val="accent6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iome" panose="020B0503030204020804" pitchFamily="34" charset="0"/>
                <a:cs typeface="Biome" panose="020B0503030204020804" pitchFamily="34" charset="0"/>
              </a:rPr>
              <a:t>DE WEB</a:t>
            </a:r>
          </a:p>
        </p:txBody>
      </p:sp>
      <p:pic>
        <p:nvPicPr>
          <p:cNvPr id="7" name="Picture 6" descr="Shape, arrow&#10;&#10;Description automatically generated">
            <a:extLst>
              <a:ext uri="{FF2B5EF4-FFF2-40B4-BE49-F238E27FC236}">
                <a16:creationId xmlns:a16="http://schemas.microsoft.com/office/drawing/2014/main" id="{6E79B7FA-A03A-4A9B-B4DE-6A1ED2F2CC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3718" y="2284230"/>
            <a:ext cx="5952613" cy="3940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749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904461-E85A-43E7-AA0B-B7DF596CA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524" y="724417"/>
            <a:ext cx="6547434" cy="1876752"/>
          </a:xfrm>
          <a:prstGeom prst="parallelogram">
            <a:avLst>
              <a:gd name="adj" fmla="val 102136"/>
            </a:avLst>
          </a:prstGeom>
          <a:solidFill>
            <a:schemeClr val="tx1">
              <a:alpha val="10000"/>
            </a:schemeClr>
          </a:solidFill>
        </p:spPr>
        <p:txBody>
          <a:bodyPr lIns="504000" tIns="108000" rtlCol="0" anchor="ctr">
            <a:noAutofit/>
          </a:bodyPr>
          <a:lstStyle/>
          <a:p>
            <a:pPr algn="l" rtl="0"/>
            <a:r>
              <a:rPr lang="pt-PT" sz="2800" b="1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Administrador</a:t>
            </a:r>
            <a:endParaRPr lang="pt-PT" sz="3200" b="1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BBDDBE1-00CD-4A90-9BA9-5E79F6C6F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084" y="2747359"/>
            <a:ext cx="4493281" cy="4406717"/>
          </a:xfrm>
        </p:spPr>
        <p:txBody>
          <a:bodyPr rtlCol="0">
            <a:normAutofit/>
          </a:bodyPr>
          <a:lstStyle/>
          <a:p>
            <a:pPr lvl="1"/>
            <a:r>
              <a:rPr lang="pt-PT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Aceitar Contratantes à aplicação;</a:t>
            </a:r>
          </a:p>
          <a:p>
            <a:pPr lvl="1"/>
            <a:r>
              <a:rPr lang="pt-PT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Gerir os Ratings dos Utilizadores;</a:t>
            </a:r>
          </a:p>
          <a:p>
            <a:pPr lvl="1"/>
            <a:r>
              <a:rPr lang="pt-PT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Resolver Disputas;</a:t>
            </a:r>
          </a:p>
          <a:p>
            <a:pPr lvl="1"/>
            <a:r>
              <a:rPr lang="pt-PT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Ver processo histórico de pagamentos;</a:t>
            </a:r>
          </a:p>
          <a:p>
            <a:pPr lvl="1"/>
            <a:r>
              <a:rPr lang="pt-PT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Registar Empresa;</a:t>
            </a:r>
          </a:p>
          <a:p>
            <a:endParaRPr lang="pt-PT" sz="1800" dirty="0"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3BF8B13-9D50-4449-974A-01E0C5A58414}"/>
              </a:ext>
            </a:extLst>
          </p:cNvPr>
          <p:cNvSpPr txBox="1"/>
          <p:nvPr/>
        </p:nvSpPr>
        <p:spPr>
          <a:xfrm>
            <a:off x="5670577" y="724417"/>
            <a:ext cx="63098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4000" b="1" dirty="0">
                <a:ln w="9525">
                  <a:solidFill>
                    <a:schemeClr val="accent6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iome" panose="020B0503030204020804" pitchFamily="34" charset="0"/>
                <a:cs typeface="Biome" panose="020B0503030204020804" pitchFamily="34" charset="0"/>
              </a:rPr>
              <a:t>FUNCIONALIDADE </a:t>
            </a:r>
          </a:p>
          <a:p>
            <a:pPr algn="r"/>
            <a:r>
              <a:rPr lang="en-GB" sz="4000" b="1" dirty="0">
                <a:ln w="9525">
                  <a:solidFill>
                    <a:schemeClr val="accent6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iome" panose="020B0503030204020804" pitchFamily="34" charset="0"/>
                <a:cs typeface="Biome" panose="020B0503030204020804" pitchFamily="34" charset="0"/>
              </a:rPr>
              <a:t>DE WEB</a:t>
            </a:r>
          </a:p>
        </p:txBody>
      </p:sp>
      <p:pic>
        <p:nvPicPr>
          <p:cNvPr id="7" name="Picture 6" descr="Graphical user interface&#10;&#10;Description automatically generated">
            <a:extLst>
              <a:ext uri="{FF2B5EF4-FFF2-40B4-BE49-F238E27FC236}">
                <a16:creationId xmlns:a16="http://schemas.microsoft.com/office/drawing/2014/main" id="{A1BADAFE-0A6E-47BF-B357-4BC9150B5A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0" y="47625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989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904461-E85A-43E7-AA0B-B7DF596CA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16" y="726788"/>
            <a:ext cx="5863515" cy="1876752"/>
          </a:xfrm>
          <a:prstGeom prst="parallelogram">
            <a:avLst>
              <a:gd name="adj" fmla="val 102136"/>
            </a:avLst>
          </a:prstGeom>
          <a:solidFill>
            <a:schemeClr val="tx1">
              <a:alpha val="10000"/>
            </a:schemeClr>
          </a:solidFill>
        </p:spPr>
        <p:txBody>
          <a:bodyPr lIns="504000" tIns="108000" rtlCol="0" anchor="ctr">
            <a:noAutofit/>
          </a:bodyPr>
          <a:lstStyle/>
          <a:p>
            <a:pPr algn="l" rtl="0"/>
            <a:r>
              <a:rPr lang="pt-PT" sz="3200" b="1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Prestador de Serviços</a:t>
            </a:r>
            <a:endParaRPr lang="pt-PT" sz="3600" b="1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BBDDBE1-00CD-4A90-9BA9-5E79F6C6F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084" y="2747359"/>
            <a:ext cx="4493281" cy="4406717"/>
          </a:xfrm>
        </p:spPr>
        <p:txBody>
          <a:bodyPr rtlCol="0">
            <a:normAutofit/>
          </a:bodyPr>
          <a:lstStyle/>
          <a:p>
            <a:r>
              <a:rPr lang="pt-PT" sz="1800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Autenticação;</a:t>
            </a:r>
          </a:p>
          <a:p>
            <a:r>
              <a:rPr lang="pt-PT" sz="1800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Criar CV;</a:t>
            </a:r>
          </a:p>
          <a:p>
            <a:r>
              <a:rPr lang="pt-PT" sz="1800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Visualizar próprios </a:t>
            </a:r>
            <a:r>
              <a:rPr lang="pt-PT" sz="1800" dirty="0" err="1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CVs</a:t>
            </a:r>
            <a:r>
              <a:rPr lang="pt-PT" sz="1800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;</a:t>
            </a:r>
          </a:p>
          <a:p>
            <a:r>
              <a:rPr lang="pt-PT" sz="1800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Ver Empresas dentro da aplicação;</a:t>
            </a:r>
          </a:p>
          <a:p>
            <a:r>
              <a:rPr lang="pt-PT" sz="1800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Candidatar a uma Empresa;</a:t>
            </a:r>
          </a:p>
          <a:p>
            <a:r>
              <a:rPr lang="pt-PT" sz="1800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Ver Perfil;</a:t>
            </a:r>
          </a:p>
          <a:p>
            <a:r>
              <a:rPr lang="pt-PT" sz="1800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Editar Perfil;</a:t>
            </a:r>
          </a:p>
          <a:p>
            <a:r>
              <a:rPr lang="pt-PT" sz="180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Filtrar empresas por nome;</a:t>
            </a:r>
            <a:endParaRPr lang="pt-PT" sz="1800" dirty="0">
              <a:solidFill>
                <a:schemeClr val="bg1"/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3BF8B13-9D50-4449-974A-01E0C5A58414}"/>
              </a:ext>
            </a:extLst>
          </p:cNvPr>
          <p:cNvSpPr txBox="1"/>
          <p:nvPr/>
        </p:nvSpPr>
        <p:spPr>
          <a:xfrm>
            <a:off x="5742437" y="1003444"/>
            <a:ext cx="63098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4000" b="1" dirty="0">
                <a:ln w="9525">
                  <a:solidFill>
                    <a:schemeClr val="accent6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iome" panose="020B0503030204020804" pitchFamily="34" charset="0"/>
                <a:cs typeface="Biome" panose="020B0503030204020804" pitchFamily="34" charset="0"/>
              </a:rPr>
              <a:t>FUNCIONALIDADE </a:t>
            </a:r>
          </a:p>
          <a:p>
            <a:pPr algn="r"/>
            <a:r>
              <a:rPr lang="en-GB" sz="4000" b="1" dirty="0">
                <a:ln w="9525">
                  <a:solidFill>
                    <a:schemeClr val="accent6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iome" panose="020B0503030204020804" pitchFamily="34" charset="0"/>
                <a:cs typeface="Biome" panose="020B0503030204020804" pitchFamily="34" charset="0"/>
              </a:rPr>
              <a:t>DE ANDROID</a:t>
            </a:r>
          </a:p>
        </p:txBody>
      </p:sp>
      <p:pic>
        <p:nvPicPr>
          <p:cNvPr id="7" name="Picture 6" descr="Shape, icon&#10;&#10;Description automatically generated">
            <a:extLst>
              <a:ext uri="{FF2B5EF4-FFF2-40B4-BE49-F238E27FC236}">
                <a16:creationId xmlns:a16="http://schemas.microsoft.com/office/drawing/2014/main" id="{41A5CB66-41EF-47B9-AD7D-4FB21D65D4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3359" y="3206315"/>
            <a:ext cx="6520866" cy="3651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87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9EAA8D-9FA6-44DF-B373-F9F0E09DC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219" y="1900318"/>
            <a:ext cx="3392332" cy="3313671"/>
          </a:xfrm>
        </p:spPr>
        <p:txBody>
          <a:bodyPr rtlCol="0">
            <a:normAutofit/>
          </a:bodyPr>
          <a:lstStyle/>
          <a:p>
            <a:pPr algn="l"/>
            <a:r>
              <a:rPr lang="pt-PT" sz="2600" b="1" cap="none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iome" panose="020B0503030204020804" pitchFamily="34" charset="0"/>
                <a:cs typeface="Biome" panose="020B0503030204020804" pitchFamily="34" charset="0"/>
              </a:rPr>
              <a:t>Identificação das funcionalidades propostas mas não implementadas</a:t>
            </a:r>
          </a:p>
        </p:txBody>
      </p:sp>
      <p:graphicFrame>
        <p:nvGraphicFramePr>
          <p:cNvPr id="6" name="Marcador de Posição de Conteúdo 3">
            <a:extLst>
              <a:ext uri="{FF2B5EF4-FFF2-40B4-BE49-F238E27FC236}">
                <a16:creationId xmlns:a16="http://schemas.microsoft.com/office/drawing/2014/main" id="{E55FD512-629B-436D-B522-43A5EDC1EC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6097670"/>
              </p:ext>
            </p:extLst>
          </p:nvPr>
        </p:nvGraphicFramePr>
        <p:xfrm>
          <a:off x="5507182" y="897534"/>
          <a:ext cx="5889686" cy="53192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572008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7A758F0-393B-4B1D-982C-AD52A38C8387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20C3BE9-B80F-42DD-B3CF-AC060017D10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7453241-7E3B-42A5-BE0A-EDA7F3D1076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0</TotalTime>
  <Words>321</Words>
  <Application>Microsoft Office PowerPoint</Application>
  <PresentationFormat>Widescreen</PresentationFormat>
  <Paragraphs>75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Biome</vt:lpstr>
      <vt:lpstr>Biome Light</vt:lpstr>
      <vt:lpstr>Calibri</vt:lpstr>
      <vt:lpstr>Tw Cen MT</vt:lpstr>
      <vt:lpstr>Circuit</vt:lpstr>
      <vt:lpstr>Workr</vt:lpstr>
      <vt:lpstr>Tópicos</vt:lpstr>
      <vt:lpstr>Objetivo do projeto</vt:lpstr>
      <vt:lpstr>Dados Para a Aplicação móvel</vt:lpstr>
      <vt:lpstr>Para o Prestador de Serviços</vt:lpstr>
      <vt:lpstr>Para o Contratante</vt:lpstr>
      <vt:lpstr>Administrador</vt:lpstr>
      <vt:lpstr>Prestador de Serviços</vt:lpstr>
      <vt:lpstr>Identificação das funcionalidades propostas mas não implementadas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2021-02-18T01:45:51Z</dcterms:created>
  <dcterms:modified xsi:type="dcterms:W3CDTF">2022-02-23T23:45:02Z</dcterms:modified>
</cp:coreProperties>
</file>